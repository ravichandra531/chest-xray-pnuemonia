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slides/charts/chart1.xml" ContentType="application/vnd.openxmlformats-officedocument.drawingml.chart+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slides/charts/chart2.xml" ContentType="application/vnd.openxmlformats-officedocument.drawingml.chart+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ce0f728eced84b23" /><Relationship Type="http://schemas.openxmlformats.org/officeDocument/2006/relationships/extended-properties" Target="/docProps/app.xml" Id="R6b808adeb8c14d0d" /><Relationship Type="http://schemas.openxmlformats.org/officeDocument/2006/relationships/officeDocument" Target="/ppt/presentation.xml" Id="Ra44e3fb50a984c47" /></Relationships>
</file>

<file path=ppt/presentation.xml><?xml version="1.0" encoding="utf-8"?>
<p:presentation xmlns:p="http://schemas.openxmlformats.org/presentationml/2006/main">
  <p:sldMasterIdLst>
    <p:sldMasterId xmlns:r="http://schemas.openxmlformats.org/officeDocument/2006/relationships" id="2147483648" r:id="R60e2ecf3a8434b56"/>
  </p:sldMasterIdLst>
  <p:notesMasterIdLst>
    <p:notesMasterId xmlns:r="http://schemas.openxmlformats.org/officeDocument/2006/relationships" r:id="Rf573d6bcc0214c47"/>
  </p:notesMasterIdLst>
  <p:sldIdLst>
    <p:sldId xmlns:r="http://schemas.openxmlformats.org/officeDocument/2006/relationships" id="256" r:id="R78b16cce0faa43cf"/>
    <p:sldId xmlns:r="http://schemas.openxmlformats.org/officeDocument/2006/relationships" id="257" r:id="R1963adb3a16d4c84"/>
    <p:sldId xmlns:r="http://schemas.openxmlformats.org/officeDocument/2006/relationships" id="258" r:id="Rcca5d33572274b49"/>
    <p:sldId xmlns:r="http://schemas.openxmlformats.org/officeDocument/2006/relationships" id="259" r:id="R849308291a0e431e"/>
    <p:sldId xmlns:r="http://schemas.openxmlformats.org/officeDocument/2006/relationships" id="260" r:id="R34f9783665664bd1"/>
    <p:sldId xmlns:r="http://schemas.openxmlformats.org/officeDocument/2006/relationships" id="261" r:id="Rd3ff945fd2df44c6"/>
    <p:sldId xmlns:r="http://schemas.openxmlformats.org/officeDocument/2006/relationships" id="262" r:id="R55107fe6a6374316"/>
    <p:sldId xmlns:r="http://schemas.openxmlformats.org/officeDocument/2006/relationships" id="263" r:id="R0b219a182dcf4424"/>
    <p:sldId xmlns:r="http://schemas.openxmlformats.org/officeDocument/2006/relationships" id="264" r:id="Ra6c097f1094d45ac"/>
    <p:sldId xmlns:r="http://schemas.openxmlformats.org/officeDocument/2006/relationships" id="265" r:id="R4680b1c6255146d5"/>
    <p:sldId xmlns:r="http://schemas.openxmlformats.org/officeDocument/2006/relationships" id="266" r:id="R709d3cbbca634a27"/>
    <p:sldId xmlns:r="http://schemas.openxmlformats.org/officeDocument/2006/relationships" id="267" r:id="R85ff5a8e0f794204"/>
    <p:sldId xmlns:r="http://schemas.openxmlformats.org/officeDocument/2006/relationships" id="268" r:id="Rf13ccd2391574160"/>
    <p:sldId xmlns:r="http://schemas.openxmlformats.org/officeDocument/2006/relationships" id="269" r:id="Rc5455c22b7fd4d87"/>
    <p:sldId xmlns:r="http://schemas.openxmlformats.org/officeDocument/2006/relationships" id="270" r:id="R8d04cacc20d54d32"/>
    <p:sldId xmlns:r="http://schemas.openxmlformats.org/officeDocument/2006/relationships" id="271" r:id="R697d054ad1064605"/>
    <p:sldId xmlns:r="http://schemas.openxmlformats.org/officeDocument/2006/relationships" id="272" r:id="R8b29034356554384"/>
    <p:sldId xmlns:r="http://schemas.openxmlformats.org/officeDocument/2006/relationships" id="273" r:id="R4f596a20364f4d7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f842eea77b94ada" /><Relationship Type="http://schemas.openxmlformats.org/officeDocument/2006/relationships/slideMaster" Target="/ppt/slideMasters/slideMaster1.xml" Id="R60e2ecf3a8434b56" /><Relationship Type="http://schemas.openxmlformats.org/officeDocument/2006/relationships/notesMaster" Target="/ppt/notesMasters/notesMaster1.xml" Id="Rf573d6bcc0214c47" /><Relationship Type="http://schemas.openxmlformats.org/officeDocument/2006/relationships/presProps" Target="/ppt/presProps.xml" Id="R8434511010354991" /><Relationship Type="http://schemas.openxmlformats.org/officeDocument/2006/relationships/tableStyles" Target="/ppt/tableStyles.xml" Id="R0b1b64ddc4b64a6d" /><Relationship Type="http://schemas.openxmlformats.org/officeDocument/2006/relationships/slide" Target="/ppt/slides/slide1.xml" Id="R78b16cce0faa43cf" /><Relationship Type="http://schemas.openxmlformats.org/officeDocument/2006/relationships/slide" Target="/ppt/slides/slide2.xml" Id="R1963adb3a16d4c84" /><Relationship Type="http://schemas.openxmlformats.org/officeDocument/2006/relationships/slide" Target="/ppt/slides/slide3.xml" Id="Rcca5d33572274b49" /><Relationship Type="http://schemas.openxmlformats.org/officeDocument/2006/relationships/slide" Target="/ppt/slides/slide4.xml" Id="R849308291a0e431e" /><Relationship Type="http://schemas.openxmlformats.org/officeDocument/2006/relationships/slide" Target="/ppt/slides/slide5.xml" Id="R34f9783665664bd1" /><Relationship Type="http://schemas.openxmlformats.org/officeDocument/2006/relationships/slide" Target="/ppt/slides/slide6.xml" Id="Rd3ff945fd2df44c6" /><Relationship Type="http://schemas.openxmlformats.org/officeDocument/2006/relationships/slide" Target="/ppt/slides/slide7.xml" Id="R55107fe6a6374316" /><Relationship Type="http://schemas.openxmlformats.org/officeDocument/2006/relationships/slide" Target="/ppt/slides/slide8.xml" Id="R0b219a182dcf4424" /><Relationship Type="http://schemas.openxmlformats.org/officeDocument/2006/relationships/slide" Target="/ppt/slides/slide9.xml" Id="Ra6c097f1094d45ac" /><Relationship Type="http://schemas.openxmlformats.org/officeDocument/2006/relationships/slide" Target="/ppt/slides/slide10.xml" Id="R4680b1c6255146d5" /><Relationship Type="http://schemas.openxmlformats.org/officeDocument/2006/relationships/slide" Target="/ppt/slides/slide11.xml" Id="R709d3cbbca634a27" /><Relationship Type="http://schemas.openxmlformats.org/officeDocument/2006/relationships/slide" Target="/ppt/slides/slide12.xml" Id="R85ff5a8e0f794204" /><Relationship Type="http://schemas.openxmlformats.org/officeDocument/2006/relationships/slide" Target="/ppt/slides/slide13.xml" Id="Rf13ccd2391574160" /><Relationship Type="http://schemas.openxmlformats.org/officeDocument/2006/relationships/slide" Target="/ppt/slides/slide14.xml" Id="Rc5455c22b7fd4d87" /><Relationship Type="http://schemas.openxmlformats.org/officeDocument/2006/relationships/slide" Target="/ppt/slides/slide15.xml" Id="R8d04cacc20d54d32" /><Relationship Type="http://schemas.openxmlformats.org/officeDocument/2006/relationships/slide" Target="/ppt/slides/slide16.xml" Id="R697d054ad1064605" /><Relationship Type="http://schemas.openxmlformats.org/officeDocument/2006/relationships/slide" Target="/ppt/slides/slide17.xml" Id="R8b29034356554384" /><Relationship Type="http://schemas.openxmlformats.org/officeDocument/2006/relationships/slide" Target="/ppt/slides/slide18.xml" Id="R4f596a20364f4d7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d3edcb696d94c2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e622106e84248a0" /><Relationship Type="http://schemas.openxmlformats.org/officeDocument/2006/relationships/notesMaster" Target="/ppt/notesMasters/notesMaster1.xml" Id="R7a1aad866afd4989" /></Relationships>
</file>

<file path=ppt/notesSlides/_rels/notesSlide2.xml.rels>&#65279;<?xml version="1.0" encoding="utf-8"?><Relationships xmlns="http://schemas.openxmlformats.org/package/2006/relationships"><Relationship Type="http://schemas.openxmlformats.org/officeDocument/2006/relationships/slide" Target="/ppt/slides/slide2.xml" Id="R635c9190d7a845bb" /><Relationship Type="http://schemas.openxmlformats.org/officeDocument/2006/relationships/notesMaster" Target="/ppt/notesMasters/notesMaster1.xml" Id="R6d52937a99cd4522" /></Relationships>
</file>

<file path=ppt/notesSlides/_rels/notesSlide3.xml.rels>&#65279;<?xml version="1.0" encoding="utf-8"?><Relationships xmlns="http://schemas.openxmlformats.org/package/2006/relationships"><Relationship Type="http://schemas.openxmlformats.org/officeDocument/2006/relationships/slide" Target="/ppt/slides/slide3.xml" Id="Rbed10fea80354ce5" /><Relationship Type="http://schemas.openxmlformats.org/officeDocument/2006/relationships/notesMaster" Target="/ppt/notesMasters/notesMaster1.xml" Id="Ra6967dca05ad43cd" /></Relationships>
</file>

<file path=ppt/notesSlides/_rels/notesSlide4.xml.rels>&#65279;<?xml version="1.0" encoding="utf-8"?><Relationships xmlns="http://schemas.openxmlformats.org/package/2006/relationships"><Relationship Type="http://schemas.openxmlformats.org/officeDocument/2006/relationships/slide" Target="/ppt/slides/slide4.xml" Id="Re0531147d063407d" /><Relationship Type="http://schemas.openxmlformats.org/officeDocument/2006/relationships/notesMaster" Target="/ppt/notesMasters/notesMaster1.xml" Id="Rdc5f632599e94225" /></Relationships>
</file>

<file path=ppt/notesSlides/_rels/notesSlide5.xml.rels>&#65279;<?xml version="1.0" encoding="utf-8"?><Relationships xmlns="http://schemas.openxmlformats.org/package/2006/relationships"><Relationship Type="http://schemas.openxmlformats.org/officeDocument/2006/relationships/slide" Target="/ppt/slides/slide5.xml" Id="R7a9746069e254a11" /><Relationship Type="http://schemas.openxmlformats.org/officeDocument/2006/relationships/notesMaster" Target="/ppt/notesMasters/notesMaster1.xml" Id="Rb7731a90f2364c49" /></Relationships>
</file>

<file path=ppt/notesSlides/_rels/notesSlide6.xml.rels>&#65279;<?xml version="1.0" encoding="utf-8"?><Relationships xmlns="http://schemas.openxmlformats.org/package/2006/relationships"><Relationship Type="http://schemas.openxmlformats.org/officeDocument/2006/relationships/slide" Target="/ppt/slides/slide6.xml" Id="R65d7cc15859143aa" /><Relationship Type="http://schemas.openxmlformats.org/officeDocument/2006/relationships/notesMaster" Target="/ppt/notesMasters/notesMaster1.xml" Id="Raeefc121d828474f" /></Relationships>
</file>

<file path=ppt/notesSlides/_rels/notesSlide7.xml.rels>&#65279;<?xml version="1.0" encoding="utf-8"?><Relationships xmlns="http://schemas.openxmlformats.org/package/2006/relationships"><Relationship Type="http://schemas.openxmlformats.org/officeDocument/2006/relationships/slide" Target="/ppt/slides/slide7.xml" Id="Rd2952cd7c8264038" /><Relationship Type="http://schemas.openxmlformats.org/officeDocument/2006/relationships/notesMaster" Target="/ppt/notesMasters/notesMaster1.xml" Id="Ra3fe841b0402416e" /></Relationships>
</file>

<file path=ppt/notesSlides/_rels/notesSlide8.xml.rels>&#65279;<?xml version="1.0" encoding="utf-8"?><Relationships xmlns="http://schemas.openxmlformats.org/package/2006/relationships"><Relationship Type="http://schemas.openxmlformats.org/officeDocument/2006/relationships/slide" Target="/ppt/slides/slide8.xml" Id="R275fd034ea5443d1" /><Relationship Type="http://schemas.openxmlformats.org/officeDocument/2006/relationships/notesMaster" Target="/ppt/notesMasters/notesMaster1.xml" Id="R2becdb608af9459c" /></Relationships>
</file>

<file path=ppt/notesSlides/_rels/notesSlide9.xml.rels>&#65279;<?xml version="1.0" encoding="utf-8"?><Relationships xmlns="http://schemas.openxmlformats.org/package/2006/relationships"><Relationship Type="http://schemas.openxmlformats.org/officeDocument/2006/relationships/slide" Target="/ppt/slides/slide9.xml" Id="R9ad2e260cf164280" /><Relationship Type="http://schemas.openxmlformats.org/officeDocument/2006/relationships/notesMaster" Target="/ppt/notesMasters/notesMaster1.xml" Id="Rb7f51efa551e4ac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afddbb8fb7f249aa" /><Relationship Type="http://schemas.openxmlformats.org/officeDocument/2006/relationships/notesMaster" Target="/ppt/notesMasters/notesMaster1.xml" Id="Rdc62ef9cded44cd2"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9ce000162da046c8" /><Relationship Type="http://schemas.openxmlformats.org/officeDocument/2006/relationships/notesMaster" Target="/ppt/notesMasters/notesMaster1.xml" Id="Rb1d147af64c74c8c"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ba97fa29708b43b7" /><Relationship Type="http://schemas.openxmlformats.org/officeDocument/2006/relationships/notesMaster" Target="/ppt/notesMasters/notesMaster1.xml" Id="R797b37feeaf64ae8"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6725e2645ef04406" /><Relationship Type="http://schemas.openxmlformats.org/officeDocument/2006/relationships/notesMaster" Target="/ppt/notesMasters/notesMaster1.xml" Id="R07264b72ef50412e"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d920860932a848ec" /><Relationship Type="http://schemas.openxmlformats.org/officeDocument/2006/relationships/notesMaster" Target="/ppt/notesMasters/notesMaster1.xml" Id="Ra3403fdaf3864024"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a99f71f5005241c4" /><Relationship Type="http://schemas.openxmlformats.org/officeDocument/2006/relationships/notesMaster" Target="/ppt/notesMasters/notesMaster1.xml" Id="Redc85d2e69654f95"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95e3f55683504fad" /><Relationship Type="http://schemas.openxmlformats.org/officeDocument/2006/relationships/notesMaster" Target="/ppt/notesMasters/notesMaster1.xml" Id="Rb7bd47004aef47f7"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4ff4a61fe34d48a6" /><Relationship Type="http://schemas.openxmlformats.org/officeDocument/2006/relationships/notesMaster" Target="/ppt/notesMasters/notesMaster1.xml" Id="Re24c59a0ee41415e"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3a29fea680304263" /><Relationship Type="http://schemas.openxmlformats.org/officeDocument/2006/relationships/notesMaster" Target="/ppt/notesMasters/notesMaster1.xml" Id="Rdd07badceab341a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Introduce the study: a Phase 1 classical machine-learning project that classifies the dataset annotations from chest X-rays. This work is educational and is not a diagnostic system.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task is binary image classification: predict the dataset label NORMAL or PNEUMONIA. This project asks whether compact regional intensity features can separate these labels. It compares classical models and examines both missed pneumonia and false alarms.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Prior work motivates image-based classification, a comparison between generative and discriminative models, and caution about site-specific shortcuts. This project is deliberately smaller: it tests basic features and explicit classical models on one audited internal split. Sources: Kermany et al., Cell (2018), https://doi.org/10.1016/j.cell.2018.02.010; Ng &amp; Jordan, NeurIPS (2001); Zech et al., PLOS Medicine (2018), https://doi.org/10.1371/journal.pmed.1002683.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Counts come from the canonical image tree. The supplied validation folder contains only 16 images, so it joins development. The final test is held aside after removing proxy-linked and duplicate images.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random image split can place repeated images or apparent patient groups on both sides and inflate performance. Filename-based groups and exact pixel hashes are imperfect proxies, not verified patient IDs.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original data contain substantially more PNEUMONIA than NORMAL images. Accuracy alone can therefore conceal weak performance on the smaller class. Image dimensions also vary, so the feature pipeline uses a fixed shape.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Brightness and contrast differences can reflect acquisition conditions as well as anatomy. Representative images help explain the input type; their appearance is not used to assign new labels or explain individual model errors.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Each image is converted to grayscale, resized with aspect ratio preserved, padded to 64 × 64, then divided by 255. An 8 × 8 grid gives local summaries while histogram and global values summarize overall intensity.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each feature, the scaler computes z = (x − training mean) / training standard deviation. A constant column uses divisor 1 to avoid division by zero. Division by 255 is fixed pixel normalization; this standardization is learned from training rows. During each fold, fit only on fold-training images and apply unchanged to validation. Refit on all development images before final test.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tiny validation folder joins development. Three approximate stratified group folds keep each filename/hash proxy group in one fold. Each model fit learns its scaler and class weights from that fold’s training rows only.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majority baseline checks whether a model beats the trivial class prediction. Gaussian Naive Bayes uses per-class feature means and variances with conditional independence. Logistic regression estimates a linear boundary by minimizing class-weighted log loss plus an L2 penalty. The notebook implements sigmoid probabilities, weighted loss, analytical gradients, L2 on coefficients (not bias), full-batch gradient descent and backtracking.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candidates use identical group folds. Mean balanced accuracy is the selection measure. Logistic regression with λ = 0.01 wins; three folds and selection on the same CV results may make the best score optimistic.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positive class is PNEUMONIA. At the predeclared threshold of 0.5 there are 13 false negatives and 89 false positives. Recall is high, while specificity is lower; showing both prevents the class imbalance from hiding normal-image errors.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ROC curve plots true-positive rate against false-positive rate across score thresholds. AUC = 0.924 summarizes ranking ability, not a clinically appropriate operating threshold. The fixed threshold confusion matrix shows the chosen operating point; a small set of errors is inspected without retuning.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Using the same development folds and λ = 0.01, compare the full 149-feature set with the 21 histogram/global features only. The difference estimates the contribution of spatial summaries within this development protocol; it is not independent test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Grouped bootstrap resamples test proxy groups 500 times. The intervals condition on one fitted model and imperfect groups; they exclude training and model-selection uncertainty. The 16.32-point CV-to-test balanced-accuracy gap and modest specificity call for caution.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One Colab notebook runs on CPU with NumPy for arithmetic, Pillow for JPEG decoding and Matplotlib for figures. The classifier, feature extraction, standardization, gradient descent, validation and metrics are explicitly implemented rather than delegated to an ML estimator.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run supports logistic regression as the strongest of the compared Phase 1 candidates on development folds. Its held-out pneumonia recall is high, but 89 of 231 NORMAL images are false positives. Feature scaling and group-aware validation reduce avoidable leakage; external validation remains essential.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f03c582ff49498e"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654f213627bf4cc3"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a86139bc8dbf4c2a"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486fd4bcb12a4f62"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87bf1bb2ef5b44de"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ee5c7bf0062147d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4D18561-03C9-4423-9BC1-14C89296E76C}"/>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F21C4B4B-EA11-4780-9EFD-16FEA8075E64}"/>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D6A05224-1441-432D-9620-2E05CBB149EA}"/>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90AFC5C-081C-4444-83B1-F325BFEA4A2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7823A44E-7EE4-459E-B597-20A681954A8D}"/>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0A5A7885-B3D3-4F3F-8597-8AE52651954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345C522-BDBD-4DC4-B79A-E5717AA7EE22}"/>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32F90B45-CC23-4674-8126-9EE1114A5002}"/>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571DF33-5118-4338-A487-DB376F42A86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220CED7-DF6E-48A4-9B5A-A2A634C12076}"/>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1f30b26d43f4287" /><Relationship Type="http://schemas.openxmlformats.org/officeDocument/2006/relationships/slideLayout" Target="/ppt/slideLayouts/slideLayout1.xml" Id="R01045666df5742a9" /><Relationship Type="http://schemas.openxmlformats.org/officeDocument/2006/relationships/slideLayout" Target="/ppt/slideLayouts/slideLayout2.xml" Id="Rf30d372aee754fdf" /><Relationship Type="http://schemas.openxmlformats.org/officeDocument/2006/relationships/slideLayout" Target="/ppt/slideLayouts/slideLayout3.xml" Id="Ra52bc324786145ff" /><Relationship Type="http://schemas.openxmlformats.org/officeDocument/2006/relationships/slideLayout" Target="/ppt/slideLayouts/slideLayout4.xml" Id="Rd8e2c21c25f945c1" /><Relationship Type="http://schemas.openxmlformats.org/officeDocument/2006/relationships/slideLayout" Target="/ppt/slideLayouts/slideLayout5.xml" Id="Rbe7ab7822da040eb" /><Relationship Type="http://schemas.openxmlformats.org/officeDocument/2006/relationships/slideLayout" Target="/ppt/slideLayouts/slideLayout6.xml" Id="Rf87ce756eb20461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1045666df5742a9"/>
    <p:sldLayoutId xmlns:r="http://schemas.openxmlformats.org/officeDocument/2006/relationships" id="2147483650" r:id="Rf30d372aee754fdf"/>
    <p:sldLayoutId xmlns:r="http://schemas.openxmlformats.org/officeDocument/2006/relationships" id="2147483651" r:id="Ra52bc324786145ff"/>
    <p:sldLayoutId xmlns:r="http://schemas.openxmlformats.org/officeDocument/2006/relationships" id="2147483652" r:id="Rd8e2c21c25f945c1"/>
    <p:sldLayoutId xmlns:r="http://schemas.openxmlformats.org/officeDocument/2006/relationships" id="2147483653" r:id="Rbe7ab7822da040eb"/>
    <p:sldLayoutId xmlns:r="http://schemas.openxmlformats.org/officeDocument/2006/relationships" id="2147483654" r:id="Rf87ce756eb20461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a083691bb6df4fe0" /><Relationship Type="http://schemas.openxmlformats.org/officeDocument/2006/relationships/notesSlide" Target="/ppt/notesSlides/notesSlide1.xml" Id="Rade366692f6b4499"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baf6a515baf9481a" /><Relationship Type="http://schemas.openxmlformats.org/officeDocument/2006/relationships/notesSlide" Target="/ppt/notesSlides/notesSlide2.xml" Id="Rde0f92c9d6c44e6e"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2a82f9d7f40648fd" /><Relationship Type="http://schemas.openxmlformats.org/officeDocument/2006/relationships/notesSlide" Target="/ppt/notesSlides/notesSlide3.xml" Id="Rcaf1110e7e554a75"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566fa11f8f444759" /><Relationship Type="http://schemas.openxmlformats.org/officeDocument/2006/relationships/notesSlide" Target="/ppt/notesSlides/notesSlide4.xml" Id="Rf14f860467be4b55"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36ed1fb6dd824b09" /><Relationship Type="http://schemas.openxmlformats.org/officeDocument/2006/relationships/notesSlide" Target="/ppt/notesSlides/notesSlide5.xml" Id="Rc229479d09354656"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4b6e691f975444e4" /><Relationship Type="http://schemas.openxmlformats.org/officeDocument/2006/relationships/image" Target="/ppt/media/image.png" Id="R1febeab223f34a3a" /><Relationship Type="http://schemas.openxmlformats.org/officeDocument/2006/relationships/notesSlide" Target="/ppt/notesSlides/notesSlide6.xml" Id="R39e26a7208534351"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360b94cc227d4d9a" /><Relationship Type="http://schemas.openxmlformats.org/officeDocument/2006/relationships/image" Target="/ppt/media/image2.png" Id="R3fe943c73dbf48f5" /><Relationship Type="http://schemas.openxmlformats.org/officeDocument/2006/relationships/image" Target="/ppt/media/image3.png" Id="Rca10bf97e1f64a5e" /><Relationship Type="http://schemas.openxmlformats.org/officeDocument/2006/relationships/notesSlide" Target="/ppt/notesSlides/notesSlide7.xml" Id="R27440455e71e49e0"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2daa591e35da45eb" /><Relationship Type="http://schemas.openxmlformats.org/officeDocument/2006/relationships/notesSlide" Target="/ppt/notesSlides/notesSlide8.xml" Id="R2a853a9f0ecb4bc6"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d753d85446124dbf" /><Relationship Type="http://schemas.openxmlformats.org/officeDocument/2006/relationships/image" Target="/ppt/media/image4.png" Id="R5449b72bd1084d83" /><Relationship Type="http://schemas.openxmlformats.org/officeDocument/2006/relationships/notesSlide" Target="/ppt/notesSlides/notesSlide9.xml" Id="R1e4569621e4a4d1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d1169f1e12ad43b7" /><Relationship Type="http://schemas.openxmlformats.org/officeDocument/2006/relationships/image" Target="/ppt/media/image5.png" Id="Re3c1e6d52f544a3c" /><Relationship Type="http://schemas.openxmlformats.org/officeDocument/2006/relationships/notesSlide" Target="/ppt/notesSlides/notesSlide10.xml" Id="R6538e877a14b4e7f"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46257d65e22f4bba" /><Relationship Type="http://schemas.openxmlformats.org/officeDocument/2006/relationships/notesSlide" Target="/ppt/notesSlides/notesSlide11.xml" Id="R017b7bf19ee443c6"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16441c10f7fe4ff5" /><Relationship Type="http://schemas.openxmlformats.org/officeDocument/2006/relationships/chart" Target="/ppt/slides/charts/chart1.xml" Id="Re323fa75d9c640a4" /><Relationship Type="http://schemas.openxmlformats.org/officeDocument/2006/relationships/notesSlide" Target="/ppt/notesSlides/notesSlide12.xml" Id="R890db0221634469c"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2b1bb256a0fb4278" /><Relationship Type="http://schemas.openxmlformats.org/officeDocument/2006/relationships/notesSlide" Target="/ppt/notesSlides/notesSlide13.xml" Id="R58e9d91c6e2845c2"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7d6974cb75e4400f" /><Relationship Type="http://schemas.openxmlformats.org/officeDocument/2006/relationships/image" Target="/ppt/media/image6.png" Id="R1a2d5c11f8b64847" /><Relationship Type="http://schemas.openxmlformats.org/officeDocument/2006/relationships/notesSlide" Target="/ppt/notesSlides/notesSlide14.xml" Id="R7854abaa4abe4f86"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7508c550937c45f2" /><Relationship Type="http://schemas.openxmlformats.org/officeDocument/2006/relationships/chart" Target="/ppt/slides/charts/chart2.xml" Id="Re575cbb68b754654" /><Relationship Type="http://schemas.openxmlformats.org/officeDocument/2006/relationships/notesSlide" Target="/ppt/notesSlides/notesSlide15.xml" Id="R386e5e478dd643aa"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45b21e10d92e4736" /><Relationship Type="http://schemas.openxmlformats.org/officeDocument/2006/relationships/notesSlide" Target="/ppt/notesSlides/notesSlide16.xml" Id="Rbe540d41bc714cad"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841309e1511742d7" /><Relationship Type="http://schemas.openxmlformats.org/officeDocument/2006/relationships/notesSlide" Target="/ppt/notesSlides/notesSlide17.xml" Id="Raea9448c47eb47c3"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2963573d6dce4123" /><Relationship Type="http://schemas.openxmlformats.org/officeDocument/2006/relationships/notesSlide" Target="/ppt/notesSlides/notesSlide18.xml" Id="R26c15d9249d347d0"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Balanced accuracy (%)</c:v>
          </c:tx>
          <c:spPr>
            <a:solidFill xmlns:a="http://schemas.openxmlformats.org/drawingml/2006/main">
              <a:srgbClr val="087F8C"/>
            </a:solidFill>
          </c:spPr>
          <c:invertIfNegative val="0"/>
          <c:cat>
            <c:strRef>
              <c:f>'Chart Data'!$A$2:$A$5</c:f>
              <c:strCache>
                <c:ptCount val="4"/>
                <c:pt idx="0">
                  <c:v>Majority</c:v>
                </c:pt>
                <c:pt idx="1">
                  <c:v>Gaussian NB</c:v>
                </c:pt>
                <c:pt idx="2">
                  <c:v>Logistic λ 0.01</c:v>
                </c:pt>
                <c:pt idx="3">
                  <c:v>Logistic λ 0.1</c:v>
                </c:pt>
              </c:strCache>
            </c:strRef>
          </c:cat>
          <c:val>
            <c:numRef>
              <c:f>'Chart Data'!$B$2:$B$5</c:f>
              <c:numCache>
                <c:formatCode>General</c:formatCode>
                <c:ptCount val="4"/>
                <c:pt idx="0">
                  <c:v>50</c:v>
                </c:pt>
                <c:pt idx="1">
                  <c:v>84.21</c:v>
                </c:pt>
                <c:pt idx="2">
                  <c:v>95.38</c:v>
                </c:pt>
                <c:pt idx="3">
                  <c:v>93.17</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1875">
                  <a:latin typeface="Arial"/>
                  <a:ea typeface="Arial"/>
                  <a:cs typeface="Arial"/>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666666"/>
                </a:solidFill>
                <a:latin typeface="Arial"/>
                <a:ea typeface="Arial"/>
                <a:cs typeface="Arial"/>
              </a:defRPr>
            </a:pPr>
          </a:p>
        </c:txPr>
        <c:crossAx val="48672768"/>
      </c:catAx>
      <c:valAx>
        <c:axId val="48672768"/>
        <c:scaling>
          <c:orientation val="minMax"/>
          <c:max val="100"/>
          <c:min val="0"/>
        </c:scaling>
        <c:delete val="0"/>
        <c:axPos val="l"/>
        <c:majorGridlines>
          <c:spPr>
            <a:ln xmlns:a="http://schemas.openxmlformats.org/drawingml/2006/main" w="9525">
              <a:solidFill>
                <a:srgbClr val="DDE5EA"/>
              </a:solidFill>
              <a:prstDash val="solid"/>
            </a:ln>
          </c:spPr>
        </c:majorGridlines>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Arial"/>
                <a:ea typeface="Arial"/>
                <a:cs typeface="Arial"/>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Balanced accuracy (%)</c:v>
          </c:tx>
          <c:spPr>
            <a:solidFill xmlns:a="http://schemas.openxmlformats.org/drawingml/2006/main">
              <a:srgbClr val="087F8C"/>
            </a:solidFill>
          </c:spPr>
          <c:invertIfNegative val="0"/>
          <c:cat>
            <c:strRef>
              <c:f>'Chart Data'!$A$2:$A$3</c:f>
              <c:strCache>
                <c:ptCount val="2"/>
                <c:pt idx="0">
                  <c:v>Global features (21)</c:v>
                </c:pt>
                <c:pt idx="1">
                  <c:v>All features (149)</c:v>
                </c:pt>
              </c:strCache>
            </c:strRef>
          </c:cat>
          <c:val>
            <c:numRef>
              <c:f>'Chart Data'!$B$2:$B$3</c:f>
              <c:numCache>
                <c:formatCode>General</c:formatCode>
                <c:ptCount val="2"/>
                <c:pt idx="0">
                  <c:v>88.12</c:v>
                </c:pt>
                <c:pt idx="1">
                  <c:v>95.38</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1875">
                  <a:latin typeface="Arial"/>
                  <a:ea typeface="Arial"/>
                  <a:cs typeface="Arial"/>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666666"/>
                </a:solidFill>
                <a:latin typeface="Arial"/>
                <a:ea typeface="Arial"/>
                <a:cs typeface="Arial"/>
              </a:defRPr>
            </a:pPr>
          </a:p>
        </c:txPr>
        <c:crossAx val="48672768"/>
      </c:catAx>
      <c:valAx>
        <c:axId val="48672768"/>
        <c:scaling>
          <c:orientation val="minMax"/>
          <c:max val="100"/>
          <c:min val="0"/>
        </c:scaling>
        <c:delete val="0"/>
        <c:axPos val="l"/>
        <c:majorGridlines>
          <c:spPr>
            <a:ln xmlns:a="http://schemas.openxmlformats.org/drawingml/2006/main" w="9525">
              <a:solidFill>
                <a:srgbClr val="DDE5EA"/>
              </a:solidFill>
              <a:prstDash val="solid"/>
            </a:ln>
          </c:spPr>
        </c:majorGridlines>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Arial"/>
                <a:ea typeface="Arial"/>
                <a:cs typeface="Arial"/>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ABC30437-3A73-4FF3-8C33-7908F8D7A66E}"/>
              </a:ext>
            </a:extLst>
          </p:cNvPr>
          <p:cNvSpPr>
            <a:spLocks xmlns:a="http://schemas.openxmlformats.org/drawingml/2006/main" noGrp="1"/>
          </p:cNvSpPr>
          <p:nvPr/>
        </p:nvSpPr>
        <p:spPr>
          <a:xfrm xmlns:a="http://schemas.openxmlformats.org/drawingml/2006/main">
            <a:off x="609600" y="438150"/>
            <a:ext cx="109728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500" b="1">
                <a:solidFill>
                  <a:srgbClr val="132B40"/>
                </a:solidFill>
                <a:latin typeface="Arial"/>
                <a:ea typeface="Arial"/>
                <a:cs typeface="Arial"/>
              </a:defRPr>
            </a:defPPr>
            <a:lvl1pPr>
              <a:defRPr sz="4500" b="1">
                <a:solidFill>
                  <a:srgbClr val="132B40"/>
                </a:solidFill>
                <a:latin typeface="Arial"/>
                <a:ea typeface="Arial"/>
                <a:cs typeface="Arial"/>
              </a:defRPr>
            </a:lvl1pPr>
            <a:lvl2pPr>
              <a:defRPr sz="4500" b="1">
                <a:solidFill>
                  <a:srgbClr val="132B40"/>
                </a:solidFill>
                <a:latin typeface="Arial"/>
                <a:ea typeface="Arial"/>
                <a:cs typeface="Arial"/>
              </a:defRPr>
            </a:lvl2pPr>
            <a:lvl3pPr>
              <a:defRPr sz="4500" b="1">
                <a:solidFill>
                  <a:srgbClr val="132B40"/>
                </a:solidFill>
                <a:latin typeface="Arial"/>
                <a:ea typeface="Arial"/>
                <a:cs typeface="Arial"/>
              </a:defRPr>
            </a:lvl3pPr>
            <a:lvl4pPr>
              <a:defRPr sz="4500" b="1">
                <a:solidFill>
                  <a:srgbClr val="132B40"/>
                </a:solidFill>
                <a:latin typeface="Arial"/>
                <a:ea typeface="Arial"/>
                <a:cs typeface="Arial"/>
              </a:defRPr>
            </a:lvl4pPr>
            <a:lvl5pPr>
              <a:defRPr sz="4500" b="1">
                <a:solidFill>
                  <a:srgbClr val="132B40"/>
                </a:solidFill>
                <a:latin typeface="Arial"/>
                <a:ea typeface="Arial"/>
                <a:cs typeface="Arial"/>
              </a:defRPr>
            </a:lvl5pPr>
            <a:lvl6pPr>
              <a:defRPr sz="4500" b="1">
                <a:solidFill>
                  <a:srgbClr val="132B40"/>
                </a:solidFill>
                <a:latin typeface="Arial"/>
                <a:ea typeface="Arial"/>
                <a:cs typeface="Arial"/>
              </a:defRPr>
            </a:lvl6pPr>
            <a:lvl7pPr>
              <a:defRPr sz="4500" b="1">
                <a:solidFill>
                  <a:srgbClr val="132B40"/>
                </a:solidFill>
                <a:latin typeface="Arial"/>
                <a:ea typeface="Arial"/>
                <a:cs typeface="Arial"/>
              </a:defRPr>
            </a:lvl7pPr>
            <a:lvl8pPr>
              <a:defRPr sz="4500" b="1">
                <a:solidFill>
                  <a:srgbClr val="132B40"/>
                </a:solidFill>
                <a:latin typeface="Arial"/>
                <a:ea typeface="Arial"/>
                <a:cs typeface="Arial"/>
              </a:defRPr>
            </a:lvl8pPr>
            <a:lvl9pPr>
              <a:defRPr sz="4500" b="1">
                <a:solidFill>
                  <a:srgbClr val="132B40"/>
                </a:solidFill>
                <a:latin typeface="Arial"/>
                <a:ea typeface="Arial"/>
                <a:cs typeface="Arial"/>
              </a:defRPr>
            </a:lvl9pPr>
          </a:lstStyle>
          <a:p xmlns:a="http://schemas.openxmlformats.org/drawingml/2006/main">
            <a:pPr>
              <a:defRPr sz="4500" b="1">
                <a:solidFill>
                  <a:srgbClr val="132B40"/>
                </a:solidFill>
                <a:latin typeface="Arial"/>
                <a:ea typeface="Arial"/>
                <a:cs typeface="Arial"/>
              </a:defRPr>
            </a:pPr>
            <a:r>
              <a:rPr sz="4500" b="1">
                <a:solidFill>
                  <a:srgbClr val="132B40"/>
                </a:solidFill>
                <a:latin typeface="Arial"/>
                <a:ea typeface="Arial"/>
                <a:cs typeface="Arial"/>
              </a:rPr>
              <a:t>Chest X-Ray Pneumonia Classification</a:t>
            </a:r>
          </a:p>
        </p:txBody>
      </p:sp>
      <p:sp>
        <p:nvSpPr>
          <p:cNvPr id="2" name="">
            <a:extLst xmlns:a="http://schemas.openxmlformats.org/drawingml/2006/main">
              <a:ext uri="{FF2B5EF4-FFF2-40B4-BE49-F238E27FC236}">
                <a16:creationId xmlns:a16="http://schemas.microsoft.com/office/drawing/2014/main" id="{02170AE4-3140-4ADE-A5F5-22A084524F7C}"/>
              </a:ext>
            </a:extLst>
          </p:cNvPr>
          <p:cNvSpPr>
            <a:spLocks xmlns:a="http://schemas.openxmlformats.org/drawingml/2006/main" noGrp="1"/>
          </p:cNvSpPr>
          <p:nvPr/>
        </p:nvSpPr>
        <p:spPr>
          <a:xfrm xmlns:a="http://schemas.openxmlformats.org/drawingml/2006/main">
            <a:off x="11144250" y="6353175"/>
            <a:ext cx="523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4C6070"/>
                </a:solidFill>
                <a:latin typeface="Arial"/>
                <a:ea typeface="Arial"/>
                <a:cs typeface="Arial"/>
              </a:defRPr>
            </a:defPPr>
            <a:lvl1pPr>
              <a:defRPr sz="1275" b="0">
                <a:solidFill>
                  <a:srgbClr val="4C6070"/>
                </a:solidFill>
                <a:latin typeface="Arial"/>
                <a:ea typeface="Arial"/>
                <a:cs typeface="Arial"/>
              </a:defRPr>
            </a:lvl1pPr>
            <a:lvl2pPr>
              <a:defRPr sz="1275" b="0">
                <a:solidFill>
                  <a:srgbClr val="4C6070"/>
                </a:solidFill>
                <a:latin typeface="Arial"/>
                <a:ea typeface="Arial"/>
                <a:cs typeface="Arial"/>
              </a:defRPr>
            </a:lvl2pPr>
            <a:lvl3pPr>
              <a:defRPr sz="1275" b="0">
                <a:solidFill>
                  <a:srgbClr val="4C6070"/>
                </a:solidFill>
                <a:latin typeface="Arial"/>
                <a:ea typeface="Arial"/>
                <a:cs typeface="Arial"/>
              </a:defRPr>
            </a:lvl3pPr>
            <a:lvl4pPr>
              <a:defRPr sz="1275" b="0">
                <a:solidFill>
                  <a:srgbClr val="4C6070"/>
                </a:solidFill>
                <a:latin typeface="Arial"/>
                <a:ea typeface="Arial"/>
                <a:cs typeface="Arial"/>
              </a:defRPr>
            </a:lvl4pPr>
            <a:lvl5pPr>
              <a:defRPr sz="1275" b="0">
                <a:solidFill>
                  <a:srgbClr val="4C6070"/>
                </a:solidFill>
                <a:latin typeface="Arial"/>
                <a:ea typeface="Arial"/>
                <a:cs typeface="Arial"/>
              </a:defRPr>
            </a:lvl5pPr>
            <a:lvl6pPr>
              <a:defRPr sz="1275" b="0">
                <a:solidFill>
                  <a:srgbClr val="4C6070"/>
                </a:solidFill>
                <a:latin typeface="Arial"/>
                <a:ea typeface="Arial"/>
                <a:cs typeface="Arial"/>
              </a:defRPr>
            </a:lvl6pPr>
            <a:lvl7pPr>
              <a:defRPr sz="1275" b="0">
                <a:solidFill>
                  <a:srgbClr val="4C6070"/>
                </a:solidFill>
                <a:latin typeface="Arial"/>
                <a:ea typeface="Arial"/>
                <a:cs typeface="Arial"/>
              </a:defRPr>
            </a:lvl7pPr>
            <a:lvl8pPr>
              <a:defRPr sz="1275" b="0">
                <a:solidFill>
                  <a:srgbClr val="4C6070"/>
                </a:solidFill>
                <a:latin typeface="Arial"/>
                <a:ea typeface="Arial"/>
                <a:cs typeface="Arial"/>
              </a:defRPr>
            </a:lvl8pPr>
            <a:lvl9pPr>
              <a:defRPr sz="1275" b="0">
                <a:solidFill>
                  <a:srgbClr val="4C6070"/>
                </a:solidFill>
                <a:latin typeface="Arial"/>
                <a:ea typeface="Arial"/>
                <a:cs typeface="Arial"/>
              </a:defRPr>
            </a:lvl9pPr>
          </a:lstStyle>
          <a:p xmlns:a="http://schemas.openxmlformats.org/drawingml/2006/main">
            <a:pPr>
              <a:defRPr sz="1275" b="0">
                <a:solidFill>
                  <a:srgbClr val="4C6070"/>
                </a:solidFill>
                <a:latin typeface="Arial"/>
                <a:ea typeface="Arial"/>
                <a:cs typeface="Arial"/>
              </a:defRPr>
            </a:pPr>
            <a:r>
              <a:rPr sz="1275" b="0">
                <a:solidFill>
                  <a:srgbClr val="4C6070"/>
                </a:solidFill>
                <a:latin typeface="Arial"/>
                <a:ea typeface="Arial"/>
                <a:cs typeface="Arial"/>
              </a:rPr>
              <a:t>01</a:t>
            </a:r>
          </a:p>
        </p:txBody>
      </p:sp>
      <p:sp>
        <p:nvSpPr>
          <p:cNvPr id="3" name="">
            <a:extLst xmlns:a="http://schemas.openxmlformats.org/drawingml/2006/main">
              <a:ext uri="{FF2B5EF4-FFF2-40B4-BE49-F238E27FC236}">
                <a16:creationId xmlns:a16="http://schemas.microsoft.com/office/drawing/2014/main" id="{79027EAE-CE8C-4E16-B4F8-7D95C5F30C82}"/>
              </a:ext>
            </a:extLst>
          </p:cNvPr>
          <p:cNvSpPr>
            <a:spLocks xmlns:a="http://schemas.openxmlformats.org/drawingml/2006/main" noGrp="1"/>
          </p:cNvSpPr>
          <p:nvPr/>
        </p:nvSpPr>
        <p:spPr>
          <a:xfrm xmlns:a="http://schemas.openxmlformats.org/drawingml/2006/main">
            <a:off x="666750" y="2619375"/>
            <a:ext cx="10001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00" b="0">
                <a:solidFill>
                  <a:srgbClr val="087F8C"/>
                </a:solidFill>
                <a:latin typeface="Arial"/>
                <a:ea typeface="Arial"/>
                <a:cs typeface="Arial"/>
              </a:defRPr>
            </a:defPPr>
            <a:lvl1pPr>
              <a:defRPr sz="2700" b="0">
                <a:solidFill>
                  <a:srgbClr val="087F8C"/>
                </a:solidFill>
                <a:latin typeface="Arial"/>
                <a:ea typeface="Arial"/>
                <a:cs typeface="Arial"/>
              </a:defRPr>
            </a:lvl1pPr>
            <a:lvl2pPr>
              <a:defRPr sz="2700" b="0">
                <a:solidFill>
                  <a:srgbClr val="087F8C"/>
                </a:solidFill>
                <a:latin typeface="Arial"/>
                <a:ea typeface="Arial"/>
                <a:cs typeface="Arial"/>
              </a:defRPr>
            </a:lvl2pPr>
            <a:lvl3pPr>
              <a:defRPr sz="2700" b="0">
                <a:solidFill>
                  <a:srgbClr val="087F8C"/>
                </a:solidFill>
                <a:latin typeface="Arial"/>
                <a:ea typeface="Arial"/>
                <a:cs typeface="Arial"/>
              </a:defRPr>
            </a:lvl3pPr>
            <a:lvl4pPr>
              <a:defRPr sz="2700" b="0">
                <a:solidFill>
                  <a:srgbClr val="087F8C"/>
                </a:solidFill>
                <a:latin typeface="Arial"/>
                <a:ea typeface="Arial"/>
                <a:cs typeface="Arial"/>
              </a:defRPr>
            </a:lvl4pPr>
            <a:lvl5pPr>
              <a:defRPr sz="2700" b="0">
                <a:solidFill>
                  <a:srgbClr val="087F8C"/>
                </a:solidFill>
                <a:latin typeface="Arial"/>
                <a:ea typeface="Arial"/>
                <a:cs typeface="Arial"/>
              </a:defRPr>
            </a:lvl5pPr>
            <a:lvl6pPr>
              <a:defRPr sz="2700" b="0">
                <a:solidFill>
                  <a:srgbClr val="087F8C"/>
                </a:solidFill>
                <a:latin typeface="Arial"/>
                <a:ea typeface="Arial"/>
                <a:cs typeface="Arial"/>
              </a:defRPr>
            </a:lvl6pPr>
            <a:lvl7pPr>
              <a:defRPr sz="2700" b="0">
                <a:solidFill>
                  <a:srgbClr val="087F8C"/>
                </a:solidFill>
                <a:latin typeface="Arial"/>
                <a:ea typeface="Arial"/>
                <a:cs typeface="Arial"/>
              </a:defRPr>
            </a:lvl7pPr>
            <a:lvl8pPr>
              <a:defRPr sz="2700" b="0">
                <a:solidFill>
                  <a:srgbClr val="087F8C"/>
                </a:solidFill>
                <a:latin typeface="Arial"/>
                <a:ea typeface="Arial"/>
                <a:cs typeface="Arial"/>
              </a:defRPr>
            </a:lvl8pPr>
            <a:lvl9pPr>
              <a:defRPr sz="2700" b="0">
                <a:solidFill>
                  <a:srgbClr val="087F8C"/>
                </a:solidFill>
                <a:latin typeface="Arial"/>
                <a:ea typeface="Arial"/>
                <a:cs typeface="Arial"/>
              </a:defRPr>
            </a:lvl9pPr>
          </a:lstStyle>
          <a:p xmlns:a="http://schemas.openxmlformats.org/drawingml/2006/main">
            <a:pPr>
              <a:defRPr sz="2700" b="0">
                <a:solidFill>
                  <a:srgbClr val="087F8C"/>
                </a:solidFill>
                <a:latin typeface="Arial"/>
                <a:ea typeface="Arial"/>
                <a:cs typeface="Arial"/>
              </a:defRPr>
            </a:pPr>
            <a:r>
              <a:rPr sz="2700" b="0">
                <a:solidFill>
                  <a:srgbClr val="087F8C"/>
                </a:solidFill>
                <a:latin typeface="Arial"/>
                <a:ea typeface="Arial"/>
                <a:cs typeface="Arial"/>
              </a:rPr>
              <a:t>A basic machine-learning study</a:t>
            </a:r>
          </a:p>
        </p:txBody>
      </p:sp>
      <p:sp>
        <p:nvSpPr>
          <p:cNvPr id="4" name="">
            <a:extLst xmlns:a="http://schemas.openxmlformats.org/drawingml/2006/main">
              <a:ext uri="{FF2B5EF4-FFF2-40B4-BE49-F238E27FC236}">
                <a16:creationId xmlns:a16="http://schemas.microsoft.com/office/drawing/2014/main" id="{7F549E55-1FBC-4BF9-9C55-00CE7A6CC702}"/>
              </a:ext>
            </a:extLst>
          </p:cNvPr>
          <p:cNvSpPr>
            <a:spLocks xmlns:a="http://schemas.openxmlformats.org/drawingml/2006/main" noGrp="1"/>
          </p:cNvSpPr>
          <p:nvPr/>
        </p:nvSpPr>
        <p:spPr>
          <a:xfrm xmlns:a="http://schemas.openxmlformats.org/drawingml/2006/main">
            <a:off x="685800" y="3476625"/>
            <a:ext cx="1047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4C6070"/>
                </a:solidFill>
                <a:latin typeface="Arial"/>
                <a:ea typeface="Arial"/>
                <a:cs typeface="Arial"/>
              </a:defRPr>
            </a:defPPr>
            <a:lvl1pPr>
              <a:defRPr sz="1950" b="0">
                <a:solidFill>
                  <a:srgbClr val="4C6070"/>
                </a:solidFill>
                <a:latin typeface="Arial"/>
                <a:ea typeface="Arial"/>
                <a:cs typeface="Arial"/>
              </a:defRPr>
            </a:lvl1pPr>
            <a:lvl2pPr>
              <a:defRPr sz="1950" b="0">
                <a:solidFill>
                  <a:srgbClr val="4C6070"/>
                </a:solidFill>
                <a:latin typeface="Arial"/>
                <a:ea typeface="Arial"/>
                <a:cs typeface="Arial"/>
              </a:defRPr>
            </a:lvl2pPr>
            <a:lvl3pPr>
              <a:defRPr sz="1950" b="0">
                <a:solidFill>
                  <a:srgbClr val="4C6070"/>
                </a:solidFill>
                <a:latin typeface="Arial"/>
                <a:ea typeface="Arial"/>
                <a:cs typeface="Arial"/>
              </a:defRPr>
            </a:lvl3pPr>
            <a:lvl4pPr>
              <a:defRPr sz="1950" b="0">
                <a:solidFill>
                  <a:srgbClr val="4C6070"/>
                </a:solidFill>
                <a:latin typeface="Arial"/>
                <a:ea typeface="Arial"/>
                <a:cs typeface="Arial"/>
              </a:defRPr>
            </a:lvl4pPr>
            <a:lvl5pPr>
              <a:defRPr sz="1950" b="0">
                <a:solidFill>
                  <a:srgbClr val="4C6070"/>
                </a:solidFill>
                <a:latin typeface="Arial"/>
                <a:ea typeface="Arial"/>
                <a:cs typeface="Arial"/>
              </a:defRPr>
            </a:lvl5pPr>
            <a:lvl6pPr>
              <a:defRPr sz="1950" b="0">
                <a:solidFill>
                  <a:srgbClr val="4C6070"/>
                </a:solidFill>
                <a:latin typeface="Arial"/>
                <a:ea typeface="Arial"/>
                <a:cs typeface="Arial"/>
              </a:defRPr>
            </a:lvl6pPr>
            <a:lvl7pPr>
              <a:defRPr sz="1950" b="0">
                <a:solidFill>
                  <a:srgbClr val="4C6070"/>
                </a:solidFill>
                <a:latin typeface="Arial"/>
                <a:ea typeface="Arial"/>
                <a:cs typeface="Arial"/>
              </a:defRPr>
            </a:lvl7pPr>
            <a:lvl8pPr>
              <a:defRPr sz="1950" b="0">
                <a:solidFill>
                  <a:srgbClr val="4C6070"/>
                </a:solidFill>
                <a:latin typeface="Arial"/>
                <a:ea typeface="Arial"/>
                <a:cs typeface="Arial"/>
              </a:defRPr>
            </a:lvl8pPr>
            <a:lvl9pPr>
              <a:defRPr sz="1950" b="0">
                <a:solidFill>
                  <a:srgbClr val="4C6070"/>
                </a:solidFill>
                <a:latin typeface="Arial"/>
                <a:ea typeface="Arial"/>
                <a:cs typeface="Arial"/>
              </a:defRPr>
            </a:lvl9pPr>
          </a:lstStyle>
          <a:p xmlns:a="http://schemas.openxmlformats.org/drawingml/2006/main">
            <a:pPr>
              <a:defRPr sz="1950" b="0">
                <a:solidFill>
                  <a:srgbClr val="4C6070"/>
                </a:solidFill>
                <a:latin typeface="Arial"/>
                <a:ea typeface="Arial"/>
                <a:cs typeface="Arial"/>
              </a:defRPr>
            </a:pPr>
            <a:r>
              <a:rPr sz="1950" b="0">
                <a:solidFill>
                  <a:srgbClr val="4C6070"/>
                </a:solidFill>
                <a:latin typeface="Arial"/>
                <a:ea typeface="Arial"/>
                <a:cs typeface="Arial"/>
              </a:rPr>
              <a:t>Handcrafted image features • Transparent baseline models</a:t>
            </a:r>
          </a:p>
        </p:txBody>
      </p:sp>
      <p:sp>
        <p:nvSpPr>
          <p:cNvPr id="5" name="">
            <a:extLst xmlns:a="http://schemas.openxmlformats.org/drawingml/2006/main">
              <a:ext uri="{FF2B5EF4-FFF2-40B4-BE49-F238E27FC236}">
                <a16:creationId xmlns:a16="http://schemas.microsoft.com/office/drawing/2014/main" id="{E5A3A68E-2D65-4459-AB6B-5D66E5769C72}"/>
              </a:ext>
            </a:extLst>
          </p:cNvPr>
          <p:cNvSpPr>
            <a:spLocks xmlns:a="http://schemas.openxmlformats.org/drawingml/2006/main" noGrp="1"/>
          </p:cNvSpPr>
          <p:nvPr/>
        </p:nvSpPr>
        <p:spPr>
          <a:xfrm xmlns:a="http://schemas.openxmlformats.org/drawingml/2006/main">
            <a:off x="685800" y="4429125"/>
            <a:ext cx="9525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32B40"/>
                </a:solidFill>
                <a:latin typeface="Arial"/>
                <a:ea typeface="Arial"/>
                <a:cs typeface="Arial"/>
              </a:defRPr>
            </a:defPPr>
            <a:lvl1pPr>
              <a:defRPr sz="2025" b="0">
                <a:solidFill>
                  <a:srgbClr val="132B40"/>
                </a:solidFill>
                <a:latin typeface="Arial"/>
                <a:ea typeface="Arial"/>
                <a:cs typeface="Arial"/>
              </a:defRPr>
            </a:lvl1pPr>
            <a:lvl2pPr>
              <a:defRPr sz="2025" b="0">
                <a:solidFill>
                  <a:srgbClr val="132B40"/>
                </a:solidFill>
                <a:latin typeface="Arial"/>
                <a:ea typeface="Arial"/>
                <a:cs typeface="Arial"/>
              </a:defRPr>
            </a:lvl2pPr>
            <a:lvl3pPr>
              <a:defRPr sz="2025" b="0">
                <a:solidFill>
                  <a:srgbClr val="132B40"/>
                </a:solidFill>
                <a:latin typeface="Arial"/>
                <a:ea typeface="Arial"/>
                <a:cs typeface="Arial"/>
              </a:defRPr>
            </a:lvl3pPr>
            <a:lvl4pPr>
              <a:defRPr sz="2025" b="0">
                <a:solidFill>
                  <a:srgbClr val="132B40"/>
                </a:solidFill>
                <a:latin typeface="Arial"/>
                <a:ea typeface="Arial"/>
                <a:cs typeface="Arial"/>
              </a:defRPr>
            </a:lvl4pPr>
            <a:lvl5pPr>
              <a:defRPr sz="2025" b="0">
                <a:solidFill>
                  <a:srgbClr val="132B40"/>
                </a:solidFill>
                <a:latin typeface="Arial"/>
                <a:ea typeface="Arial"/>
                <a:cs typeface="Arial"/>
              </a:defRPr>
            </a:lvl5pPr>
            <a:lvl6pPr>
              <a:defRPr sz="2025" b="0">
                <a:solidFill>
                  <a:srgbClr val="132B40"/>
                </a:solidFill>
                <a:latin typeface="Arial"/>
                <a:ea typeface="Arial"/>
                <a:cs typeface="Arial"/>
              </a:defRPr>
            </a:lvl6pPr>
            <a:lvl7pPr>
              <a:defRPr sz="2025" b="0">
                <a:solidFill>
                  <a:srgbClr val="132B40"/>
                </a:solidFill>
                <a:latin typeface="Arial"/>
                <a:ea typeface="Arial"/>
                <a:cs typeface="Arial"/>
              </a:defRPr>
            </a:lvl7pPr>
            <a:lvl8pPr>
              <a:defRPr sz="2025" b="0">
                <a:solidFill>
                  <a:srgbClr val="132B40"/>
                </a:solidFill>
                <a:latin typeface="Arial"/>
                <a:ea typeface="Arial"/>
                <a:cs typeface="Arial"/>
              </a:defRPr>
            </a:lvl8pPr>
            <a:lvl9pPr>
              <a:defRPr sz="2025" b="0">
                <a:solidFill>
                  <a:srgbClr val="132B40"/>
                </a:solidFill>
                <a:latin typeface="Arial"/>
                <a:ea typeface="Arial"/>
                <a:cs typeface="Arial"/>
              </a:defRPr>
            </a:lvl9pPr>
          </a:lstStyle>
          <a:p xmlns:a="http://schemas.openxmlformats.org/drawingml/2006/main">
            <a:pPr>
              <a:defRPr sz="2025" b="0">
                <a:solidFill>
                  <a:srgbClr val="132B40"/>
                </a:solidFill>
                <a:latin typeface="Arial"/>
                <a:ea typeface="Arial"/>
                <a:cs typeface="Arial"/>
              </a:defRPr>
            </a:pPr>
            <a:r>
              <a:rPr sz="2025" b="0">
                <a:solidFill>
                  <a:srgbClr val="132B40"/>
                </a:solidFill>
                <a:latin typeface="Arial"/>
                <a:ea typeface="Arial"/>
                <a:cs typeface="Arial"/>
              </a:rPr>
              <a:t>Project Presentation</a:t>
            </a:r>
          </a:p>
        </p:txBody>
      </p:sp>
    </p:spTree>
    <p:extLst>
      <p:ext uri="{BB962C8B-B14F-4D97-AF65-F5344CB8AC3E}">
        <p14:creationId xmlns:p14="http://schemas.microsoft.com/office/powerpoint/2010/main" val="1714814920"/>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E6144BB-6875-4EF3-83BC-9E313C13FF05}"/>
              </a:ext>
            </a:extLst>
          </p:cNvPr>
          <p:cNvSpPr>
            <a:spLocks xmlns:a="http://schemas.openxmlformats.org/drawingml/2006/main" noGrp="1"/>
          </p:cNvSpPr>
          <p:nvPr/>
        </p:nvSpPr>
        <p:spPr>
          <a:xfrm xmlns:a="http://schemas.openxmlformats.org/drawingml/2006/main">
            <a:off x="609600" y="43815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32B40"/>
                </a:solidFill>
                <a:latin typeface="Arial"/>
                <a:ea typeface="Arial"/>
                <a:cs typeface="Arial"/>
              </a:defRPr>
            </a:defPPr>
            <a:lvl1pPr>
              <a:defRPr sz="3225" b="1">
                <a:solidFill>
                  <a:srgbClr val="132B40"/>
                </a:solidFill>
                <a:latin typeface="Arial"/>
                <a:ea typeface="Arial"/>
                <a:cs typeface="Arial"/>
              </a:defRPr>
            </a:lvl1pPr>
            <a:lvl2pPr>
              <a:defRPr sz="3225" b="1">
                <a:solidFill>
                  <a:srgbClr val="132B40"/>
                </a:solidFill>
                <a:latin typeface="Arial"/>
                <a:ea typeface="Arial"/>
                <a:cs typeface="Arial"/>
              </a:defRPr>
            </a:lvl2pPr>
            <a:lvl3pPr>
              <a:defRPr sz="3225" b="1">
                <a:solidFill>
                  <a:srgbClr val="132B40"/>
                </a:solidFill>
                <a:latin typeface="Arial"/>
                <a:ea typeface="Arial"/>
                <a:cs typeface="Arial"/>
              </a:defRPr>
            </a:lvl3pPr>
            <a:lvl4pPr>
              <a:defRPr sz="3225" b="1">
                <a:solidFill>
                  <a:srgbClr val="132B40"/>
                </a:solidFill>
                <a:latin typeface="Arial"/>
                <a:ea typeface="Arial"/>
                <a:cs typeface="Arial"/>
              </a:defRPr>
            </a:lvl4pPr>
            <a:lvl5pPr>
              <a:defRPr sz="3225" b="1">
                <a:solidFill>
                  <a:srgbClr val="132B40"/>
                </a:solidFill>
                <a:latin typeface="Arial"/>
                <a:ea typeface="Arial"/>
                <a:cs typeface="Arial"/>
              </a:defRPr>
            </a:lvl5pPr>
            <a:lvl6pPr>
              <a:defRPr sz="3225" b="1">
                <a:solidFill>
                  <a:srgbClr val="132B40"/>
                </a:solidFill>
                <a:latin typeface="Arial"/>
                <a:ea typeface="Arial"/>
                <a:cs typeface="Arial"/>
              </a:defRPr>
            </a:lvl6pPr>
            <a:lvl7pPr>
              <a:defRPr sz="3225" b="1">
                <a:solidFill>
                  <a:srgbClr val="132B40"/>
                </a:solidFill>
                <a:latin typeface="Arial"/>
                <a:ea typeface="Arial"/>
                <a:cs typeface="Arial"/>
              </a:defRPr>
            </a:lvl7pPr>
            <a:lvl8pPr>
              <a:defRPr sz="3225" b="1">
                <a:solidFill>
                  <a:srgbClr val="132B40"/>
                </a:solidFill>
                <a:latin typeface="Arial"/>
                <a:ea typeface="Arial"/>
                <a:cs typeface="Arial"/>
              </a:defRPr>
            </a:lvl8pPr>
            <a:lvl9pPr>
              <a:defRPr sz="3225" b="1">
                <a:solidFill>
                  <a:srgbClr val="132B40"/>
                </a:solidFill>
                <a:latin typeface="Arial"/>
                <a:ea typeface="Arial"/>
                <a:cs typeface="Arial"/>
              </a:defRPr>
            </a:lvl9pPr>
          </a:lstStyle>
          <a:p xmlns:a="http://schemas.openxmlformats.org/drawingml/2006/main">
            <a:pPr>
              <a:defRPr sz="3225" b="1">
                <a:solidFill>
                  <a:srgbClr val="132B40"/>
                </a:solidFill>
                <a:latin typeface="Arial"/>
                <a:ea typeface="Arial"/>
                <a:cs typeface="Arial"/>
              </a:defRPr>
            </a:pPr>
            <a:r>
              <a:rPr sz="3225" b="1">
                <a:solidFill>
                  <a:srgbClr val="132B40"/>
                </a:solidFill>
                <a:latin typeface="Arial"/>
                <a:ea typeface="Arial"/>
                <a:cs typeface="Arial"/>
              </a:rPr>
              <a:t>Problem &amp; motivation</a:t>
            </a:r>
          </a:p>
        </p:txBody>
      </p:sp>
      <p:sp>
        <p:nvSpPr>
          <p:cNvPr id="2" name="">
            <a:extLst xmlns:a="http://schemas.openxmlformats.org/drawingml/2006/main">
              <a:ext uri="{FF2B5EF4-FFF2-40B4-BE49-F238E27FC236}">
                <a16:creationId xmlns:a16="http://schemas.microsoft.com/office/drawing/2014/main" id="{7AC2F512-ED4A-4F83-BDF7-8856622C27A6}"/>
              </a:ext>
            </a:extLst>
          </p:cNvPr>
          <p:cNvSpPr>
            <a:spLocks xmlns:a="http://schemas.openxmlformats.org/drawingml/2006/main" noGrp="1"/>
          </p:cNvSpPr>
          <p:nvPr/>
        </p:nvSpPr>
        <p:spPr>
          <a:xfrm xmlns:a="http://schemas.openxmlformats.org/drawingml/2006/main">
            <a:off x="11144250" y="6353175"/>
            <a:ext cx="523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4C6070"/>
                </a:solidFill>
                <a:latin typeface="Arial"/>
                <a:ea typeface="Arial"/>
                <a:cs typeface="Arial"/>
              </a:defRPr>
            </a:defPPr>
            <a:lvl1pPr>
              <a:defRPr sz="1275" b="0">
                <a:solidFill>
                  <a:srgbClr val="4C6070"/>
                </a:solidFill>
                <a:latin typeface="Arial"/>
                <a:ea typeface="Arial"/>
                <a:cs typeface="Arial"/>
              </a:defRPr>
            </a:lvl1pPr>
            <a:lvl2pPr>
              <a:defRPr sz="1275" b="0">
                <a:solidFill>
                  <a:srgbClr val="4C6070"/>
                </a:solidFill>
                <a:latin typeface="Arial"/>
                <a:ea typeface="Arial"/>
                <a:cs typeface="Arial"/>
              </a:defRPr>
            </a:lvl2pPr>
            <a:lvl3pPr>
              <a:defRPr sz="1275" b="0">
                <a:solidFill>
                  <a:srgbClr val="4C6070"/>
                </a:solidFill>
                <a:latin typeface="Arial"/>
                <a:ea typeface="Arial"/>
                <a:cs typeface="Arial"/>
              </a:defRPr>
            </a:lvl3pPr>
            <a:lvl4pPr>
              <a:defRPr sz="1275" b="0">
                <a:solidFill>
                  <a:srgbClr val="4C6070"/>
                </a:solidFill>
                <a:latin typeface="Arial"/>
                <a:ea typeface="Arial"/>
                <a:cs typeface="Arial"/>
              </a:defRPr>
            </a:lvl4pPr>
            <a:lvl5pPr>
              <a:defRPr sz="1275" b="0">
                <a:solidFill>
                  <a:srgbClr val="4C6070"/>
                </a:solidFill>
                <a:latin typeface="Arial"/>
                <a:ea typeface="Arial"/>
                <a:cs typeface="Arial"/>
              </a:defRPr>
            </a:lvl5pPr>
            <a:lvl6pPr>
              <a:defRPr sz="1275" b="0">
                <a:solidFill>
                  <a:srgbClr val="4C6070"/>
                </a:solidFill>
                <a:latin typeface="Arial"/>
                <a:ea typeface="Arial"/>
                <a:cs typeface="Arial"/>
              </a:defRPr>
            </a:lvl6pPr>
            <a:lvl7pPr>
              <a:defRPr sz="1275" b="0">
                <a:solidFill>
                  <a:srgbClr val="4C6070"/>
                </a:solidFill>
                <a:latin typeface="Arial"/>
                <a:ea typeface="Arial"/>
                <a:cs typeface="Arial"/>
              </a:defRPr>
            </a:lvl7pPr>
            <a:lvl8pPr>
              <a:defRPr sz="1275" b="0">
                <a:solidFill>
                  <a:srgbClr val="4C6070"/>
                </a:solidFill>
                <a:latin typeface="Arial"/>
                <a:ea typeface="Arial"/>
                <a:cs typeface="Arial"/>
              </a:defRPr>
            </a:lvl8pPr>
            <a:lvl9pPr>
              <a:defRPr sz="1275" b="0">
                <a:solidFill>
                  <a:srgbClr val="4C6070"/>
                </a:solidFill>
                <a:latin typeface="Arial"/>
                <a:ea typeface="Arial"/>
                <a:cs typeface="Arial"/>
              </a:defRPr>
            </a:lvl9pPr>
          </a:lstStyle>
          <a:p xmlns:a="http://schemas.openxmlformats.org/drawingml/2006/main">
            <a:pPr>
              <a:defRPr sz="1275" b="0">
                <a:solidFill>
                  <a:srgbClr val="4C6070"/>
                </a:solidFill>
                <a:latin typeface="Arial"/>
                <a:ea typeface="Arial"/>
                <a:cs typeface="Arial"/>
              </a:defRPr>
            </a:pPr>
            <a:r>
              <a:rPr sz="1275" b="0">
                <a:solidFill>
                  <a:srgbClr val="4C6070"/>
                </a:solidFill>
                <a:latin typeface="Arial"/>
                <a:ea typeface="Arial"/>
                <a:cs typeface="Arial"/>
              </a:rPr>
              <a:t>02</a:t>
            </a:r>
          </a:p>
        </p:txBody>
      </p:sp>
      <p:sp>
        <p:nvSpPr>
          <p:cNvPr id="3" name="">
            <a:extLst xmlns:a="http://schemas.openxmlformats.org/drawingml/2006/main">
              <a:ext uri="{FF2B5EF4-FFF2-40B4-BE49-F238E27FC236}">
                <a16:creationId xmlns:a16="http://schemas.microsoft.com/office/drawing/2014/main" id="{7CDF4DA6-FB0B-412D-857E-3EAB21E858DA}"/>
              </a:ext>
            </a:extLst>
          </p:cNvPr>
          <p:cNvSpPr>
            <a:spLocks xmlns:a="http://schemas.openxmlformats.org/drawingml/2006/main" noGrp="1"/>
          </p:cNvSpPr>
          <p:nvPr/>
        </p:nvSpPr>
        <p:spPr>
          <a:xfrm xmlns:a="http://schemas.openxmlformats.org/drawingml/2006/main">
            <a:off x="685800" y="1524000"/>
            <a:ext cx="105727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32B40"/>
                </a:solidFill>
                <a:latin typeface="Arial"/>
                <a:ea typeface="Arial"/>
                <a:cs typeface="Arial"/>
              </a:defRPr>
            </a:defPPr>
            <a:lvl1pPr>
              <a:defRPr sz="2025" b="0">
                <a:solidFill>
                  <a:srgbClr val="132B40"/>
                </a:solidFill>
                <a:latin typeface="Arial"/>
                <a:ea typeface="Arial"/>
                <a:cs typeface="Arial"/>
              </a:defRPr>
            </a:lvl1pPr>
            <a:lvl2pPr>
              <a:defRPr sz="2025" b="0">
                <a:solidFill>
                  <a:srgbClr val="132B40"/>
                </a:solidFill>
                <a:latin typeface="Arial"/>
                <a:ea typeface="Arial"/>
                <a:cs typeface="Arial"/>
              </a:defRPr>
            </a:lvl2pPr>
            <a:lvl3pPr>
              <a:defRPr sz="2025" b="0">
                <a:solidFill>
                  <a:srgbClr val="132B40"/>
                </a:solidFill>
                <a:latin typeface="Arial"/>
                <a:ea typeface="Arial"/>
                <a:cs typeface="Arial"/>
              </a:defRPr>
            </a:lvl3pPr>
            <a:lvl4pPr>
              <a:defRPr sz="2025" b="0">
                <a:solidFill>
                  <a:srgbClr val="132B40"/>
                </a:solidFill>
                <a:latin typeface="Arial"/>
                <a:ea typeface="Arial"/>
                <a:cs typeface="Arial"/>
              </a:defRPr>
            </a:lvl4pPr>
            <a:lvl5pPr>
              <a:defRPr sz="2025" b="0">
                <a:solidFill>
                  <a:srgbClr val="132B40"/>
                </a:solidFill>
                <a:latin typeface="Arial"/>
                <a:ea typeface="Arial"/>
                <a:cs typeface="Arial"/>
              </a:defRPr>
            </a:lvl5pPr>
            <a:lvl6pPr>
              <a:defRPr sz="2025" b="0">
                <a:solidFill>
                  <a:srgbClr val="132B40"/>
                </a:solidFill>
                <a:latin typeface="Arial"/>
                <a:ea typeface="Arial"/>
                <a:cs typeface="Arial"/>
              </a:defRPr>
            </a:lvl6pPr>
            <a:lvl7pPr>
              <a:defRPr sz="2025" b="0">
                <a:solidFill>
                  <a:srgbClr val="132B40"/>
                </a:solidFill>
                <a:latin typeface="Arial"/>
                <a:ea typeface="Arial"/>
                <a:cs typeface="Arial"/>
              </a:defRPr>
            </a:lvl7pPr>
            <a:lvl8pPr>
              <a:defRPr sz="2025" b="0">
                <a:solidFill>
                  <a:srgbClr val="132B40"/>
                </a:solidFill>
                <a:latin typeface="Arial"/>
                <a:ea typeface="Arial"/>
                <a:cs typeface="Arial"/>
              </a:defRPr>
            </a:lvl8pPr>
            <a:lvl9pPr>
              <a:defRPr sz="2025" b="0">
                <a:solidFill>
                  <a:srgbClr val="132B40"/>
                </a:solidFill>
                <a:latin typeface="Arial"/>
                <a:ea typeface="Arial"/>
                <a:cs typeface="Arial"/>
              </a:defRPr>
            </a:lvl9pPr>
          </a:lstStyle>
          <a:p xmlns:a="http://schemas.openxmlformats.org/drawingml/2006/main">
            <a:pPr>
              <a:defRPr sz="2025" b="0">
                <a:solidFill>
                  <a:srgbClr val="132B40"/>
                </a:solidFill>
                <a:latin typeface="Arial"/>
                <a:ea typeface="Arial"/>
                <a:cs typeface="Arial"/>
              </a:defRPr>
            </a:pPr>
            <a:r>
              <a:rPr sz="2025" b="0">
                <a:solidFill>
                  <a:srgbClr val="132B40"/>
                </a:solidFill>
                <a:latin typeface="Arial"/>
                <a:ea typeface="Arial"/>
                <a:cs typeface="Arial"/>
              </a:rPr>
              <a:t>Target: the image-level NORMAL / PNEUMONIA annotation.</a:t>
            </a:r>
          </a:p>
        </p:txBody>
      </p:sp>
      <p:sp>
        <p:nvSpPr>
          <p:cNvPr id="4" name="">
            <a:extLst xmlns:a="http://schemas.openxmlformats.org/drawingml/2006/main">
              <a:ext uri="{FF2B5EF4-FFF2-40B4-BE49-F238E27FC236}">
                <a16:creationId xmlns:a16="http://schemas.microsoft.com/office/drawing/2014/main" id="{8796A9C3-DEA7-4C7E-BF29-E54129C867FF}"/>
              </a:ext>
            </a:extLst>
          </p:cNvPr>
          <p:cNvSpPr>
            <a:spLocks xmlns:a="http://schemas.openxmlformats.org/drawingml/2006/main" noGrp="1"/>
          </p:cNvSpPr>
          <p:nvPr/>
        </p:nvSpPr>
        <p:spPr>
          <a:xfrm xmlns:a="http://schemas.openxmlformats.org/drawingml/2006/main">
            <a:off x="685800" y="2428875"/>
            <a:ext cx="105727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32B40"/>
                </a:solidFill>
                <a:latin typeface="Arial"/>
                <a:ea typeface="Arial"/>
                <a:cs typeface="Arial"/>
              </a:defRPr>
            </a:defPPr>
            <a:lvl1pPr>
              <a:defRPr sz="2025" b="0">
                <a:solidFill>
                  <a:srgbClr val="132B40"/>
                </a:solidFill>
                <a:latin typeface="Arial"/>
                <a:ea typeface="Arial"/>
                <a:cs typeface="Arial"/>
              </a:defRPr>
            </a:lvl1pPr>
            <a:lvl2pPr>
              <a:defRPr sz="2025" b="0">
                <a:solidFill>
                  <a:srgbClr val="132B40"/>
                </a:solidFill>
                <a:latin typeface="Arial"/>
                <a:ea typeface="Arial"/>
                <a:cs typeface="Arial"/>
              </a:defRPr>
            </a:lvl2pPr>
            <a:lvl3pPr>
              <a:defRPr sz="2025" b="0">
                <a:solidFill>
                  <a:srgbClr val="132B40"/>
                </a:solidFill>
                <a:latin typeface="Arial"/>
                <a:ea typeface="Arial"/>
                <a:cs typeface="Arial"/>
              </a:defRPr>
            </a:lvl3pPr>
            <a:lvl4pPr>
              <a:defRPr sz="2025" b="0">
                <a:solidFill>
                  <a:srgbClr val="132B40"/>
                </a:solidFill>
                <a:latin typeface="Arial"/>
                <a:ea typeface="Arial"/>
                <a:cs typeface="Arial"/>
              </a:defRPr>
            </a:lvl4pPr>
            <a:lvl5pPr>
              <a:defRPr sz="2025" b="0">
                <a:solidFill>
                  <a:srgbClr val="132B40"/>
                </a:solidFill>
                <a:latin typeface="Arial"/>
                <a:ea typeface="Arial"/>
                <a:cs typeface="Arial"/>
              </a:defRPr>
            </a:lvl5pPr>
            <a:lvl6pPr>
              <a:defRPr sz="2025" b="0">
                <a:solidFill>
                  <a:srgbClr val="132B40"/>
                </a:solidFill>
                <a:latin typeface="Arial"/>
                <a:ea typeface="Arial"/>
                <a:cs typeface="Arial"/>
              </a:defRPr>
            </a:lvl6pPr>
            <a:lvl7pPr>
              <a:defRPr sz="2025" b="0">
                <a:solidFill>
                  <a:srgbClr val="132B40"/>
                </a:solidFill>
                <a:latin typeface="Arial"/>
                <a:ea typeface="Arial"/>
                <a:cs typeface="Arial"/>
              </a:defRPr>
            </a:lvl7pPr>
            <a:lvl8pPr>
              <a:defRPr sz="2025" b="0">
                <a:solidFill>
                  <a:srgbClr val="132B40"/>
                </a:solidFill>
                <a:latin typeface="Arial"/>
                <a:ea typeface="Arial"/>
                <a:cs typeface="Arial"/>
              </a:defRPr>
            </a:lvl8pPr>
            <a:lvl9pPr>
              <a:defRPr sz="2025" b="0">
                <a:solidFill>
                  <a:srgbClr val="132B40"/>
                </a:solidFill>
                <a:latin typeface="Arial"/>
                <a:ea typeface="Arial"/>
                <a:cs typeface="Arial"/>
              </a:defRPr>
            </a:lvl9pPr>
          </a:lstStyle>
          <a:p xmlns:a="http://schemas.openxmlformats.org/drawingml/2006/main">
            <a:pPr>
              <a:defRPr sz="2025" b="0">
                <a:solidFill>
                  <a:srgbClr val="132B40"/>
                </a:solidFill>
                <a:latin typeface="Arial"/>
                <a:ea typeface="Arial"/>
                <a:cs typeface="Arial"/>
              </a:defRPr>
            </a:pPr>
            <a:r>
              <a:rPr sz="2025" b="0">
                <a:solidFill>
                  <a:srgbClr val="132B40"/>
                </a:solidFill>
                <a:latin typeface="Arial"/>
                <a:ea typeface="Arial"/>
                <a:cs typeface="Arial"/>
              </a:rPr>
              <a:t>Challenge: class imbalance, acquisition variation and uncertain patient grouping.</a:t>
            </a:r>
          </a:p>
        </p:txBody>
      </p:sp>
      <p:sp>
        <p:nvSpPr>
          <p:cNvPr id="5" name="">
            <a:extLst xmlns:a="http://schemas.openxmlformats.org/drawingml/2006/main">
              <a:ext uri="{FF2B5EF4-FFF2-40B4-BE49-F238E27FC236}">
                <a16:creationId xmlns:a16="http://schemas.microsoft.com/office/drawing/2014/main" id="{8D3CC0BE-0014-4DBC-876A-5B4A714D02E6}"/>
              </a:ext>
            </a:extLst>
          </p:cNvPr>
          <p:cNvSpPr>
            <a:spLocks xmlns:a="http://schemas.openxmlformats.org/drawingml/2006/main" noGrp="1"/>
          </p:cNvSpPr>
          <p:nvPr/>
        </p:nvSpPr>
        <p:spPr>
          <a:xfrm xmlns:a="http://schemas.openxmlformats.org/drawingml/2006/main">
            <a:off x="685800" y="3333750"/>
            <a:ext cx="105727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32B40"/>
                </a:solidFill>
                <a:latin typeface="Arial"/>
                <a:ea typeface="Arial"/>
                <a:cs typeface="Arial"/>
              </a:defRPr>
            </a:defPPr>
            <a:lvl1pPr>
              <a:defRPr sz="2025" b="0">
                <a:solidFill>
                  <a:srgbClr val="132B40"/>
                </a:solidFill>
                <a:latin typeface="Arial"/>
                <a:ea typeface="Arial"/>
                <a:cs typeface="Arial"/>
              </a:defRPr>
            </a:lvl1pPr>
            <a:lvl2pPr>
              <a:defRPr sz="2025" b="0">
                <a:solidFill>
                  <a:srgbClr val="132B40"/>
                </a:solidFill>
                <a:latin typeface="Arial"/>
                <a:ea typeface="Arial"/>
                <a:cs typeface="Arial"/>
              </a:defRPr>
            </a:lvl2pPr>
            <a:lvl3pPr>
              <a:defRPr sz="2025" b="0">
                <a:solidFill>
                  <a:srgbClr val="132B40"/>
                </a:solidFill>
                <a:latin typeface="Arial"/>
                <a:ea typeface="Arial"/>
                <a:cs typeface="Arial"/>
              </a:defRPr>
            </a:lvl3pPr>
            <a:lvl4pPr>
              <a:defRPr sz="2025" b="0">
                <a:solidFill>
                  <a:srgbClr val="132B40"/>
                </a:solidFill>
                <a:latin typeface="Arial"/>
                <a:ea typeface="Arial"/>
                <a:cs typeface="Arial"/>
              </a:defRPr>
            </a:lvl4pPr>
            <a:lvl5pPr>
              <a:defRPr sz="2025" b="0">
                <a:solidFill>
                  <a:srgbClr val="132B40"/>
                </a:solidFill>
                <a:latin typeface="Arial"/>
                <a:ea typeface="Arial"/>
                <a:cs typeface="Arial"/>
              </a:defRPr>
            </a:lvl5pPr>
            <a:lvl6pPr>
              <a:defRPr sz="2025" b="0">
                <a:solidFill>
                  <a:srgbClr val="132B40"/>
                </a:solidFill>
                <a:latin typeface="Arial"/>
                <a:ea typeface="Arial"/>
                <a:cs typeface="Arial"/>
              </a:defRPr>
            </a:lvl6pPr>
            <a:lvl7pPr>
              <a:defRPr sz="2025" b="0">
                <a:solidFill>
                  <a:srgbClr val="132B40"/>
                </a:solidFill>
                <a:latin typeface="Arial"/>
                <a:ea typeface="Arial"/>
                <a:cs typeface="Arial"/>
              </a:defRPr>
            </a:lvl7pPr>
            <a:lvl8pPr>
              <a:defRPr sz="2025" b="0">
                <a:solidFill>
                  <a:srgbClr val="132B40"/>
                </a:solidFill>
                <a:latin typeface="Arial"/>
                <a:ea typeface="Arial"/>
                <a:cs typeface="Arial"/>
              </a:defRPr>
            </a:lvl8pPr>
            <a:lvl9pPr>
              <a:defRPr sz="2025" b="0">
                <a:solidFill>
                  <a:srgbClr val="132B40"/>
                </a:solidFill>
                <a:latin typeface="Arial"/>
                <a:ea typeface="Arial"/>
                <a:cs typeface="Arial"/>
              </a:defRPr>
            </a:lvl9pPr>
          </a:lstStyle>
          <a:p xmlns:a="http://schemas.openxmlformats.org/drawingml/2006/main">
            <a:pPr>
              <a:defRPr sz="2025" b="0">
                <a:solidFill>
                  <a:srgbClr val="132B40"/>
                </a:solidFill>
                <a:latin typeface="Arial"/>
                <a:ea typeface="Arial"/>
                <a:cs typeface="Arial"/>
              </a:defRPr>
            </a:pPr>
            <a:r>
              <a:rPr sz="2025" b="0">
                <a:solidFill>
                  <a:srgbClr val="132B40"/>
                </a:solidFill>
                <a:latin typeface="Arial"/>
                <a:ea typeface="Arial"/>
                <a:cs typeface="Arial"/>
              </a:rPr>
              <a:t>Goal: compare simple models under one controlled evaluation protocol.</a:t>
            </a:r>
          </a:p>
        </p:txBody>
      </p:sp>
      <p:sp>
        <p:nvSpPr>
          <p:cNvPr id="6" name="">
            <a:extLst xmlns:a="http://schemas.openxmlformats.org/drawingml/2006/main">
              <a:ext uri="{FF2B5EF4-FFF2-40B4-BE49-F238E27FC236}">
                <a16:creationId xmlns:a16="http://schemas.microsoft.com/office/drawing/2014/main" id="{76A19D47-D718-4EDB-94EB-8E619C4D1107}"/>
              </a:ext>
            </a:extLst>
          </p:cNvPr>
          <p:cNvSpPr>
            <a:spLocks xmlns:a="http://schemas.openxmlformats.org/drawingml/2006/main" noGrp="1"/>
          </p:cNvSpPr>
          <p:nvPr/>
        </p:nvSpPr>
        <p:spPr>
          <a:xfrm xmlns:a="http://schemas.openxmlformats.org/drawingml/2006/main">
            <a:off x="685800" y="4238625"/>
            <a:ext cx="105727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32B40"/>
                </a:solidFill>
                <a:latin typeface="Arial"/>
                <a:ea typeface="Arial"/>
                <a:cs typeface="Arial"/>
              </a:defRPr>
            </a:defPPr>
            <a:lvl1pPr>
              <a:defRPr sz="2025" b="0">
                <a:solidFill>
                  <a:srgbClr val="132B40"/>
                </a:solidFill>
                <a:latin typeface="Arial"/>
                <a:ea typeface="Arial"/>
                <a:cs typeface="Arial"/>
              </a:defRPr>
            </a:lvl1pPr>
            <a:lvl2pPr>
              <a:defRPr sz="2025" b="0">
                <a:solidFill>
                  <a:srgbClr val="132B40"/>
                </a:solidFill>
                <a:latin typeface="Arial"/>
                <a:ea typeface="Arial"/>
                <a:cs typeface="Arial"/>
              </a:defRPr>
            </a:lvl2pPr>
            <a:lvl3pPr>
              <a:defRPr sz="2025" b="0">
                <a:solidFill>
                  <a:srgbClr val="132B40"/>
                </a:solidFill>
                <a:latin typeface="Arial"/>
                <a:ea typeface="Arial"/>
                <a:cs typeface="Arial"/>
              </a:defRPr>
            </a:lvl3pPr>
            <a:lvl4pPr>
              <a:defRPr sz="2025" b="0">
                <a:solidFill>
                  <a:srgbClr val="132B40"/>
                </a:solidFill>
                <a:latin typeface="Arial"/>
                <a:ea typeface="Arial"/>
                <a:cs typeface="Arial"/>
              </a:defRPr>
            </a:lvl4pPr>
            <a:lvl5pPr>
              <a:defRPr sz="2025" b="0">
                <a:solidFill>
                  <a:srgbClr val="132B40"/>
                </a:solidFill>
                <a:latin typeface="Arial"/>
                <a:ea typeface="Arial"/>
                <a:cs typeface="Arial"/>
              </a:defRPr>
            </a:lvl5pPr>
            <a:lvl6pPr>
              <a:defRPr sz="2025" b="0">
                <a:solidFill>
                  <a:srgbClr val="132B40"/>
                </a:solidFill>
                <a:latin typeface="Arial"/>
                <a:ea typeface="Arial"/>
                <a:cs typeface="Arial"/>
              </a:defRPr>
            </a:lvl6pPr>
            <a:lvl7pPr>
              <a:defRPr sz="2025" b="0">
                <a:solidFill>
                  <a:srgbClr val="132B40"/>
                </a:solidFill>
                <a:latin typeface="Arial"/>
                <a:ea typeface="Arial"/>
                <a:cs typeface="Arial"/>
              </a:defRPr>
            </a:lvl7pPr>
            <a:lvl8pPr>
              <a:defRPr sz="2025" b="0">
                <a:solidFill>
                  <a:srgbClr val="132B40"/>
                </a:solidFill>
                <a:latin typeface="Arial"/>
                <a:ea typeface="Arial"/>
                <a:cs typeface="Arial"/>
              </a:defRPr>
            </a:lvl8pPr>
            <a:lvl9pPr>
              <a:defRPr sz="2025" b="0">
                <a:solidFill>
                  <a:srgbClr val="132B40"/>
                </a:solidFill>
                <a:latin typeface="Arial"/>
                <a:ea typeface="Arial"/>
                <a:cs typeface="Arial"/>
              </a:defRPr>
            </a:lvl9pPr>
          </a:lstStyle>
          <a:p xmlns:a="http://schemas.openxmlformats.org/drawingml/2006/main">
            <a:pPr>
              <a:defRPr sz="2025" b="0">
                <a:solidFill>
                  <a:srgbClr val="132B40"/>
                </a:solidFill>
                <a:latin typeface="Arial"/>
                <a:ea typeface="Arial"/>
                <a:cs typeface="Arial"/>
              </a:defRPr>
            </a:pPr>
            <a:r>
              <a:rPr sz="2025" b="0">
                <a:solidFill>
                  <a:srgbClr val="132B40"/>
                </a:solidFill>
                <a:latin typeface="Arial"/>
                <a:ea typeface="Arial"/>
                <a:cs typeface="Arial"/>
              </a:rPr>
              <a:t>Question: how well do handcrafted image summaries classify held-out images?</a:t>
            </a:r>
          </a:p>
        </p:txBody>
      </p:sp>
      <p:sp>
        <p:nvSpPr>
          <p:cNvPr id="7" name="">
            <a:extLst xmlns:a="http://schemas.openxmlformats.org/drawingml/2006/main">
              <a:ext uri="{FF2B5EF4-FFF2-40B4-BE49-F238E27FC236}">
                <a16:creationId xmlns:a16="http://schemas.microsoft.com/office/drawing/2014/main" id="{6151510E-53D8-4A33-9203-56181A75F432}"/>
              </a:ext>
            </a:extLst>
          </p:cNvPr>
          <p:cNvSpPr>
            <a:spLocks xmlns:a="http://schemas.openxmlformats.org/drawingml/2006/main" noGrp="1"/>
          </p:cNvSpPr>
          <p:nvPr/>
        </p:nvSpPr>
        <p:spPr>
          <a:xfrm xmlns:a="http://schemas.openxmlformats.org/drawingml/2006/main">
            <a:off x="685800" y="5476875"/>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087F8C"/>
                </a:solidFill>
                <a:latin typeface="Arial"/>
                <a:ea typeface="Arial"/>
                <a:cs typeface="Arial"/>
              </a:defRPr>
            </a:defPPr>
            <a:lvl1pPr>
              <a:defRPr sz="1800" b="1">
                <a:solidFill>
                  <a:srgbClr val="087F8C"/>
                </a:solidFill>
                <a:latin typeface="Arial"/>
                <a:ea typeface="Arial"/>
                <a:cs typeface="Arial"/>
              </a:defRPr>
            </a:lvl1pPr>
            <a:lvl2pPr>
              <a:defRPr sz="1800" b="1">
                <a:solidFill>
                  <a:srgbClr val="087F8C"/>
                </a:solidFill>
                <a:latin typeface="Arial"/>
                <a:ea typeface="Arial"/>
                <a:cs typeface="Arial"/>
              </a:defRPr>
            </a:lvl2pPr>
            <a:lvl3pPr>
              <a:defRPr sz="1800" b="1">
                <a:solidFill>
                  <a:srgbClr val="087F8C"/>
                </a:solidFill>
                <a:latin typeface="Arial"/>
                <a:ea typeface="Arial"/>
                <a:cs typeface="Arial"/>
              </a:defRPr>
            </a:lvl3pPr>
            <a:lvl4pPr>
              <a:defRPr sz="1800" b="1">
                <a:solidFill>
                  <a:srgbClr val="087F8C"/>
                </a:solidFill>
                <a:latin typeface="Arial"/>
                <a:ea typeface="Arial"/>
                <a:cs typeface="Arial"/>
              </a:defRPr>
            </a:lvl4pPr>
            <a:lvl5pPr>
              <a:defRPr sz="1800" b="1">
                <a:solidFill>
                  <a:srgbClr val="087F8C"/>
                </a:solidFill>
                <a:latin typeface="Arial"/>
                <a:ea typeface="Arial"/>
                <a:cs typeface="Arial"/>
              </a:defRPr>
            </a:lvl5pPr>
            <a:lvl6pPr>
              <a:defRPr sz="1800" b="1">
                <a:solidFill>
                  <a:srgbClr val="087F8C"/>
                </a:solidFill>
                <a:latin typeface="Arial"/>
                <a:ea typeface="Arial"/>
                <a:cs typeface="Arial"/>
              </a:defRPr>
            </a:lvl6pPr>
            <a:lvl7pPr>
              <a:defRPr sz="1800" b="1">
                <a:solidFill>
                  <a:srgbClr val="087F8C"/>
                </a:solidFill>
                <a:latin typeface="Arial"/>
                <a:ea typeface="Arial"/>
                <a:cs typeface="Arial"/>
              </a:defRPr>
            </a:lvl7pPr>
            <a:lvl8pPr>
              <a:defRPr sz="1800" b="1">
                <a:solidFill>
                  <a:srgbClr val="087F8C"/>
                </a:solidFill>
                <a:latin typeface="Arial"/>
                <a:ea typeface="Arial"/>
                <a:cs typeface="Arial"/>
              </a:defRPr>
            </a:lvl8pPr>
            <a:lvl9pPr>
              <a:defRPr sz="1800" b="1">
                <a:solidFill>
                  <a:srgbClr val="087F8C"/>
                </a:solidFill>
                <a:latin typeface="Arial"/>
                <a:ea typeface="Arial"/>
                <a:cs typeface="Arial"/>
              </a:defRPr>
            </a:lvl9pPr>
          </a:lstStyle>
          <a:p xmlns:a="http://schemas.openxmlformats.org/drawingml/2006/main">
            <a:pPr>
              <a:defRPr sz="1800" b="1">
                <a:solidFill>
                  <a:srgbClr val="087F8C"/>
                </a:solidFill>
                <a:latin typeface="Arial"/>
                <a:ea typeface="Arial"/>
                <a:cs typeface="Arial"/>
              </a:defRPr>
            </a:pPr>
            <a:r>
              <a:rPr sz="1800" b="1">
                <a:solidFill>
                  <a:srgbClr val="087F8C"/>
                </a:solidFill>
                <a:latin typeface="Arial"/>
                <a:ea typeface="Arial"/>
                <a:cs typeface="Arial"/>
              </a:rPr>
              <a:t>Labels are dataset annotations, not independently confirmed diagnoses.</a:t>
            </a:r>
          </a:p>
        </p:txBody>
      </p:sp>
    </p:spTree>
    <p:extLst>
      <p:ext uri="{BB962C8B-B14F-4D97-AF65-F5344CB8AC3E}">
        <p14:creationId xmlns:p14="http://schemas.microsoft.com/office/powerpoint/2010/main" val="691947244"/>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585D093-0AF9-4904-9533-64CB828FF758}"/>
              </a:ext>
            </a:extLst>
          </p:cNvPr>
          <p:cNvSpPr>
            <a:spLocks xmlns:a="http://schemas.openxmlformats.org/drawingml/2006/main" noGrp="1"/>
          </p:cNvSpPr>
          <p:nvPr/>
        </p:nvSpPr>
        <p:spPr>
          <a:xfrm xmlns:a="http://schemas.openxmlformats.org/drawingml/2006/main">
            <a:off x="609600" y="43815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32B40"/>
                </a:solidFill>
                <a:latin typeface="Arial"/>
                <a:ea typeface="Arial"/>
                <a:cs typeface="Arial"/>
              </a:defRPr>
            </a:defPPr>
            <a:lvl1pPr>
              <a:defRPr sz="3225" b="1">
                <a:solidFill>
                  <a:srgbClr val="132B40"/>
                </a:solidFill>
                <a:latin typeface="Arial"/>
                <a:ea typeface="Arial"/>
                <a:cs typeface="Arial"/>
              </a:defRPr>
            </a:lvl1pPr>
            <a:lvl2pPr>
              <a:defRPr sz="3225" b="1">
                <a:solidFill>
                  <a:srgbClr val="132B40"/>
                </a:solidFill>
                <a:latin typeface="Arial"/>
                <a:ea typeface="Arial"/>
                <a:cs typeface="Arial"/>
              </a:defRPr>
            </a:lvl2pPr>
            <a:lvl3pPr>
              <a:defRPr sz="3225" b="1">
                <a:solidFill>
                  <a:srgbClr val="132B40"/>
                </a:solidFill>
                <a:latin typeface="Arial"/>
                <a:ea typeface="Arial"/>
                <a:cs typeface="Arial"/>
              </a:defRPr>
            </a:lvl3pPr>
            <a:lvl4pPr>
              <a:defRPr sz="3225" b="1">
                <a:solidFill>
                  <a:srgbClr val="132B40"/>
                </a:solidFill>
                <a:latin typeface="Arial"/>
                <a:ea typeface="Arial"/>
                <a:cs typeface="Arial"/>
              </a:defRPr>
            </a:lvl4pPr>
            <a:lvl5pPr>
              <a:defRPr sz="3225" b="1">
                <a:solidFill>
                  <a:srgbClr val="132B40"/>
                </a:solidFill>
                <a:latin typeface="Arial"/>
                <a:ea typeface="Arial"/>
                <a:cs typeface="Arial"/>
              </a:defRPr>
            </a:lvl5pPr>
            <a:lvl6pPr>
              <a:defRPr sz="3225" b="1">
                <a:solidFill>
                  <a:srgbClr val="132B40"/>
                </a:solidFill>
                <a:latin typeface="Arial"/>
                <a:ea typeface="Arial"/>
                <a:cs typeface="Arial"/>
              </a:defRPr>
            </a:lvl6pPr>
            <a:lvl7pPr>
              <a:defRPr sz="3225" b="1">
                <a:solidFill>
                  <a:srgbClr val="132B40"/>
                </a:solidFill>
                <a:latin typeface="Arial"/>
                <a:ea typeface="Arial"/>
                <a:cs typeface="Arial"/>
              </a:defRPr>
            </a:lvl7pPr>
            <a:lvl8pPr>
              <a:defRPr sz="3225" b="1">
                <a:solidFill>
                  <a:srgbClr val="132B40"/>
                </a:solidFill>
                <a:latin typeface="Arial"/>
                <a:ea typeface="Arial"/>
                <a:cs typeface="Arial"/>
              </a:defRPr>
            </a:lvl8pPr>
            <a:lvl9pPr>
              <a:defRPr sz="3225" b="1">
                <a:solidFill>
                  <a:srgbClr val="132B40"/>
                </a:solidFill>
                <a:latin typeface="Arial"/>
                <a:ea typeface="Arial"/>
                <a:cs typeface="Arial"/>
              </a:defRPr>
            </a:lvl9pPr>
          </a:lstStyle>
          <a:p xmlns:a="http://schemas.openxmlformats.org/drawingml/2006/main">
            <a:pPr>
              <a:defRPr sz="3225" b="1">
                <a:solidFill>
                  <a:srgbClr val="132B40"/>
                </a:solidFill>
                <a:latin typeface="Arial"/>
                <a:ea typeface="Arial"/>
                <a:cs typeface="Arial"/>
              </a:defRPr>
            </a:pPr>
            <a:r>
              <a:rPr sz="3225" b="1">
                <a:solidFill>
                  <a:srgbClr val="132B40"/>
                </a:solidFill>
                <a:latin typeface="Arial"/>
                <a:ea typeface="Arial"/>
                <a:cs typeface="Arial"/>
              </a:rPr>
              <a:t>Background &amp; scope</a:t>
            </a:r>
          </a:p>
        </p:txBody>
      </p:sp>
      <p:sp>
        <p:nvSpPr>
          <p:cNvPr id="2" name="">
            <a:extLst xmlns:a="http://schemas.openxmlformats.org/drawingml/2006/main">
              <a:ext uri="{FF2B5EF4-FFF2-40B4-BE49-F238E27FC236}">
                <a16:creationId xmlns:a16="http://schemas.microsoft.com/office/drawing/2014/main" id="{97DAF1A7-F301-4DAB-8AA4-36C39027A0D2}"/>
              </a:ext>
            </a:extLst>
          </p:cNvPr>
          <p:cNvSpPr>
            <a:spLocks xmlns:a="http://schemas.openxmlformats.org/drawingml/2006/main" noGrp="1"/>
          </p:cNvSpPr>
          <p:nvPr/>
        </p:nvSpPr>
        <p:spPr>
          <a:xfrm xmlns:a="http://schemas.openxmlformats.org/drawingml/2006/main">
            <a:off x="11144250" y="6353175"/>
            <a:ext cx="523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4C6070"/>
                </a:solidFill>
                <a:latin typeface="Arial"/>
                <a:ea typeface="Arial"/>
                <a:cs typeface="Arial"/>
              </a:defRPr>
            </a:defPPr>
            <a:lvl1pPr>
              <a:defRPr sz="1275" b="0">
                <a:solidFill>
                  <a:srgbClr val="4C6070"/>
                </a:solidFill>
                <a:latin typeface="Arial"/>
                <a:ea typeface="Arial"/>
                <a:cs typeface="Arial"/>
              </a:defRPr>
            </a:lvl1pPr>
            <a:lvl2pPr>
              <a:defRPr sz="1275" b="0">
                <a:solidFill>
                  <a:srgbClr val="4C6070"/>
                </a:solidFill>
                <a:latin typeface="Arial"/>
                <a:ea typeface="Arial"/>
                <a:cs typeface="Arial"/>
              </a:defRPr>
            </a:lvl2pPr>
            <a:lvl3pPr>
              <a:defRPr sz="1275" b="0">
                <a:solidFill>
                  <a:srgbClr val="4C6070"/>
                </a:solidFill>
                <a:latin typeface="Arial"/>
                <a:ea typeface="Arial"/>
                <a:cs typeface="Arial"/>
              </a:defRPr>
            </a:lvl3pPr>
            <a:lvl4pPr>
              <a:defRPr sz="1275" b="0">
                <a:solidFill>
                  <a:srgbClr val="4C6070"/>
                </a:solidFill>
                <a:latin typeface="Arial"/>
                <a:ea typeface="Arial"/>
                <a:cs typeface="Arial"/>
              </a:defRPr>
            </a:lvl4pPr>
            <a:lvl5pPr>
              <a:defRPr sz="1275" b="0">
                <a:solidFill>
                  <a:srgbClr val="4C6070"/>
                </a:solidFill>
                <a:latin typeface="Arial"/>
                <a:ea typeface="Arial"/>
                <a:cs typeface="Arial"/>
              </a:defRPr>
            </a:lvl5pPr>
            <a:lvl6pPr>
              <a:defRPr sz="1275" b="0">
                <a:solidFill>
                  <a:srgbClr val="4C6070"/>
                </a:solidFill>
                <a:latin typeface="Arial"/>
                <a:ea typeface="Arial"/>
                <a:cs typeface="Arial"/>
              </a:defRPr>
            </a:lvl6pPr>
            <a:lvl7pPr>
              <a:defRPr sz="1275" b="0">
                <a:solidFill>
                  <a:srgbClr val="4C6070"/>
                </a:solidFill>
                <a:latin typeface="Arial"/>
                <a:ea typeface="Arial"/>
                <a:cs typeface="Arial"/>
              </a:defRPr>
            </a:lvl7pPr>
            <a:lvl8pPr>
              <a:defRPr sz="1275" b="0">
                <a:solidFill>
                  <a:srgbClr val="4C6070"/>
                </a:solidFill>
                <a:latin typeface="Arial"/>
                <a:ea typeface="Arial"/>
                <a:cs typeface="Arial"/>
              </a:defRPr>
            </a:lvl8pPr>
            <a:lvl9pPr>
              <a:defRPr sz="1275" b="0">
                <a:solidFill>
                  <a:srgbClr val="4C6070"/>
                </a:solidFill>
                <a:latin typeface="Arial"/>
                <a:ea typeface="Arial"/>
                <a:cs typeface="Arial"/>
              </a:defRPr>
            </a:lvl9pPr>
          </a:lstStyle>
          <a:p xmlns:a="http://schemas.openxmlformats.org/drawingml/2006/main">
            <a:pPr>
              <a:defRPr sz="1275" b="0">
                <a:solidFill>
                  <a:srgbClr val="4C6070"/>
                </a:solidFill>
                <a:latin typeface="Arial"/>
                <a:ea typeface="Arial"/>
                <a:cs typeface="Arial"/>
              </a:defRPr>
            </a:pPr>
            <a:r>
              <a:rPr sz="1275" b="0">
                <a:solidFill>
                  <a:srgbClr val="4C6070"/>
                </a:solidFill>
                <a:latin typeface="Arial"/>
                <a:ea typeface="Arial"/>
                <a:cs typeface="Arial"/>
              </a:rPr>
              <a:t>03</a:t>
            </a:r>
          </a:p>
        </p:txBody>
      </p:sp>
      <p:sp>
        <p:nvSpPr>
          <p:cNvPr id="3" name="">
            <a:extLst xmlns:a="http://schemas.openxmlformats.org/drawingml/2006/main">
              <a:ext uri="{FF2B5EF4-FFF2-40B4-BE49-F238E27FC236}">
                <a16:creationId xmlns:a16="http://schemas.microsoft.com/office/drawing/2014/main" id="{A3BE7407-6F94-407E-9CD5-F0A267AD0B95}"/>
              </a:ext>
            </a:extLst>
          </p:cNvPr>
          <p:cNvSpPr>
            <a:spLocks xmlns:a="http://schemas.openxmlformats.org/drawingml/2006/main" noGrp="1"/>
          </p:cNvSpPr>
          <p:nvPr/>
        </p:nvSpPr>
        <p:spPr>
          <a:xfrm xmlns:a="http://schemas.openxmlformats.org/drawingml/2006/main">
            <a:off x="685800" y="1524000"/>
            <a:ext cx="10477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32B40"/>
                </a:solidFill>
                <a:latin typeface="Arial"/>
                <a:ea typeface="Arial"/>
                <a:cs typeface="Arial"/>
              </a:defRPr>
            </a:defPPr>
            <a:lvl1pPr>
              <a:defRPr sz="2100" b="0">
                <a:solidFill>
                  <a:srgbClr val="132B40"/>
                </a:solidFill>
                <a:latin typeface="Arial"/>
                <a:ea typeface="Arial"/>
                <a:cs typeface="Arial"/>
              </a:defRPr>
            </a:lvl1pPr>
            <a:lvl2pPr>
              <a:defRPr sz="2100" b="0">
                <a:solidFill>
                  <a:srgbClr val="132B40"/>
                </a:solidFill>
                <a:latin typeface="Arial"/>
                <a:ea typeface="Arial"/>
                <a:cs typeface="Arial"/>
              </a:defRPr>
            </a:lvl2pPr>
            <a:lvl3pPr>
              <a:defRPr sz="2100" b="0">
                <a:solidFill>
                  <a:srgbClr val="132B40"/>
                </a:solidFill>
                <a:latin typeface="Arial"/>
                <a:ea typeface="Arial"/>
                <a:cs typeface="Arial"/>
              </a:defRPr>
            </a:lvl3pPr>
            <a:lvl4pPr>
              <a:defRPr sz="2100" b="0">
                <a:solidFill>
                  <a:srgbClr val="132B40"/>
                </a:solidFill>
                <a:latin typeface="Arial"/>
                <a:ea typeface="Arial"/>
                <a:cs typeface="Arial"/>
              </a:defRPr>
            </a:lvl4pPr>
            <a:lvl5pPr>
              <a:defRPr sz="2100" b="0">
                <a:solidFill>
                  <a:srgbClr val="132B40"/>
                </a:solidFill>
                <a:latin typeface="Arial"/>
                <a:ea typeface="Arial"/>
                <a:cs typeface="Arial"/>
              </a:defRPr>
            </a:lvl5pPr>
            <a:lvl6pPr>
              <a:defRPr sz="2100" b="0">
                <a:solidFill>
                  <a:srgbClr val="132B40"/>
                </a:solidFill>
                <a:latin typeface="Arial"/>
                <a:ea typeface="Arial"/>
                <a:cs typeface="Arial"/>
              </a:defRPr>
            </a:lvl6pPr>
            <a:lvl7pPr>
              <a:defRPr sz="2100" b="0">
                <a:solidFill>
                  <a:srgbClr val="132B40"/>
                </a:solidFill>
                <a:latin typeface="Arial"/>
                <a:ea typeface="Arial"/>
                <a:cs typeface="Arial"/>
              </a:defRPr>
            </a:lvl7pPr>
            <a:lvl8pPr>
              <a:defRPr sz="2100" b="0">
                <a:solidFill>
                  <a:srgbClr val="132B40"/>
                </a:solidFill>
                <a:latin typeface="Arial"/>
                <a:ea typeface="Arial"/>
                <a:cs typeface="Arial"/>
              </a:defRPr>
            </a:lvl8pPr>
            <a:lvl9pPr>
              <a:defRPr sz="2100" b="0">
                <a:solidFill>
                  <a:srgbClr val="132B40"/>
                </a:solidFill>
                <a:latin typeface="Arial"/>
                <a:ea typeface="Arial"/>
                <a:cs typeface="Arial"/>
              </a:defRPr>
            </a:lvl9pPr>
          </a:lstStyle>
          <a:p xmlns:a="http://schemas.openxmlformats.org/drawingml/2006/main">
            <a:pPr>
              <a:defRPr sz="2100" b="0">
                <a:solidFill>
                  <a:srgbClr val="132B40"/>
                </a:solidFill>
                <a:latin typeface="Arial"/>
                <a:ea typeface="Arial"/>
                <a:cs typeface="Arial"/>
              </a:defRPr>
            </a:pPr>
            <a:r>
              <a:rPr sz="2100" b="0">
                <a:solidFill>
                  <a:srgbClr val="132B40"/>
                </a:solidFill>
                <a:latin typeface="Arial"/>
                <a:ea typeface="Arial"/>
                <a:cs typeface="Arial"/>
              </a:rPr>
              <a:t>Medical-image classification provides the task context.</a:t>
            </a:r>
          </a:p>
        </p:txBody>
      </p:sp>
      <p:sp>
        <p:nvSpPr>
          <p:cNvPr id="4" name="">
            <a:extLst xmlns:a="http://schemas.openxmlformats.org/drawingml/2006/main">
              <a:ext uri="{FF2B5EF4-FFF2-40B4-BE49-F238E27FC236}">
                <a16:creationId xmlns:a16="http://schemas.microsoft.com/office/drawing/2014/main" id="{F1259116-4CD7-4FA7-B987-0FAC6AFBD790}"/>
              </a:ext>
            </a:extLst>
          </p:cNvPr>
          <p:cNvSpPr>
            <a:spLocks xmlns:a="http://schemas.openxmlformats.org/drawingml/2006/main" noGrp="1"/>
          </p:cNvSpPr>
          <p:nvPr/>
        </p:nvSpPr>
        <p:spPr>
          <a:xfrm xmlns:a="http://schemas.openxmlformats.org/drawingml/2006/main">
            <a:off x="685800" y="2419350"/>
            <a:ext cx="10477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32B40"/>
                </a:solidFill>
                <a:latin typeface="Arial"/>
                <a:ea typeface="Arial"/>
                <a:cs typeface="Arial"/>
              </a:defRPr>
            </a:defPPr>
            <a:lvl1pPr>
              <a:defRPr sz="2100" b="0">
                <a:solidFill>
                  <a:srgbClr val="132B40"/>
                </a:solidFill>
                <a:latin typeface="Arial"/>
                <a:ea typeface="Arial"/>
                <a:cs typeface="Arial"/>
              </a:defRPr>
            </a:lvl1pPr>
            <a:lvl2pPr>
              <a:defRPr sz="2100" b="0">
                <a:solidFill>
                  <a:srgbClr val="132B40"/>
                </a:solidFill>
                <a:latin typeface="Arial"/>
                <a:ea typeface="Arial"/>
                <a:cs typeface="Arial"/>
              </a:defRPr>
            </a:lvl2pPr>
            <a:lvl3pPr>
              <a:defRPr sz="2100" b="0">
                <a:solidFill>
                  <a:srgbClr val="132B40"/>
                </a:solidFill>
                <a:latin typeface="Arial"/>
                <a:ea typeface="Arial"/>
                <a:cs typeface="Arial"/>
              </a:defRPr>
            </a:lvl3pPr>
            <a:lvl4pPr>
              <a:defRPr sz="2100" b="0">
                <a:solidFill>
                  <a:srgbClr val="132B40"/>
                </a:solidFill>
                <a:latin typeface="Arial"/>
                <a:ea typeface="Arial"/>
                <a:cs typeface="Arial"/>
              </a:defRPr>
            </a:lvl4pPr>
            <a:lvl5pPr>
              <a:defRPr sz="2100" b="0">
                <a:solidFill>
                  <a:srgbClr val="132B40"/>
                </a:solidFill>
                <a:latin typeface="Arial"/>
                <a:ea typeface="Arial"/>
                <a:cs typeface="Arial"/>
              </a:defRPr>
            </a:lvl5pPr>
            <a:lvl6pPr>
              <a:defRPr sz="2100" b="0">
                <a:solidFill>
                  <a:srgbClr val="132B40"/>
                </a:solidFill>
                <a:latin typeface="Arial"/>
                <a:ea typeface="Arial"/>
                <a:cs typeface="Arial"/>
              </a:defRPr>
            </a:lvl6pPr>
            <a:lvl7pPr>
              <a:defRPr sz="2100" b="0">
                <a:solidFill>
                  <a:srgbClr val="132B40"/>
                </a:solidFill>
                <a:latin typeface="Arial"/>
                <a:ea typeface="Arial"/>
                <a:cs typeface="Arial"/>
              </a:defRPr>
            </a:lvl7pPr>
            <a:lvl8pPr>
              <a:defRPr sz="2100" b="0">
                <a:solidFill>
                  <a:srgbClr val="132B40"/>
                </a:solidFill>
                <a:latin typeface="Arial"/>
                <a:ea typeface="Arial"/>
                <a:cs typeface="Arial"/>
              </a:defRPr>
            </a:lvl8pPr>
            <a:lvl9pPr>
              <a:defRPr sz="2100" b="0">
                <a:solidFill>
                  <a:srgbClr val="132B40"/>
                </a:solidFill>
                <a:latin typeface="Arial"/>
                <a:ea typeface="Arial"/>
                <a:cs typeface="Arial"/>
              </a:defRPr>
            </a:lvl9pPr>
          </a:lstStyle>
          <a:p xmlns:a="http://schemas.openxmlformats.org/drawingml/2006/main">
            <a:pPr>
              <a:defRPr sz="2100" b="0">
                <a:solidFill>
                  <a:srgbClr val="132B40"/>
                </a:solidFill>
                <a:latin typeface="Arial"/>
                <a:ea typeface="Arial"/>
                <a:cs typeface="Arial"/>
              </a:defRPr>
            </a:pPr>
            <a:r>
              <a:rPr sz="2100" b="0">
                <a:solidFill>
                  <a:srgbClr val="132B40"/>
                </a:solidFill>
                <a:latin typeface="Arial"/>
                <a:ea typeface="Arial"/>
                <a:cs typeface="Arial"/>
              </a:rPr>
              <a:t>Logistic regression and Naive Bayes make contrasting modeling assumptions.</a:t>
            </a:r>
          </a:p>
        </p:txBody>
      </p:sp>
      <p:sp>
        <p:nvSpPr>
          <p:cNvPr id="5" name="">
            <a:extLst xmlns:a="http://schemas.openxmlformats.org/drawingml/2006/main">
              <a:ext uri="{FF2B5EF4-FFF2-40B4-BE49-F238E27FC236}">
                <a16:creationId xmlns:a16="http://schemas.microsoft.com/office/drawing/2014/main" id="{367D606B-8BA0-4493-9A42-7503B0EF7ACD}"/>
              </a:ext>
            </a:extLst>
          </p:cNvPr>
          <p:cNvSpPr>
            <a:spLocks xmlns:a="http://schemas.openxmlformats.org/drawingml/2006/main" noGrp="1"/>
          </p:cNvSpPr>
          <p:nvPr/>
        </p:nvSpPr>
        <p:spPr>
          <a:xfrm xmlns:a="http://schemas.openxmlformats.org/drawingml/2006/main">
            <a:off x="685800" y="3314700"/>
            <a:ext cx="10477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32B40"/>
                </a:solidFill>
                <a:latin typeface="Arial"/>
                <a:ea typeface="Arial"/>
                <a:cs typeface="Arial"/>
              </a:defRPr>
            </a:defPPr>
            <a:lvl1pPr>
              <a:defRPr sz="2100" b="0">
                <a:solidFill>
                  <a:srgbClr val="132B40"/>
                </a:solidFill>
                <a:latin typeface="Arial"/>
                <a:ea typeface="Arial"/>
                <a:cs typeface="Arial"/>
              </a:defRPr>
            </a:lvl1pPr>
            <a:lvl2pPr>
              <a:defRPr sz="2100" b="0">
                <a:solidFill>
                  <a:srgbClr val="132B40"/>
                </a:solidFill>
                <a:latin typeface="Arial"/>
                <a:ea typeface="Arial"/>
                <a:cs typeface="Arial"/>
              </a:defRPr>
            </a:lvl2pPr>
            <a:lvl3pPr>
              <a:defRPr sz="2100" b="0">
                <a:solidFill>
                  <a:srgbClr val="132B40"/>
                </a:solidFill>
                <a:latin typeface="Arial"/>
                <a:ea typeface="Arial"/>
                <a:cs typeface="Arial"/>
              </a:defRPr>
            </a:lvl3pPr>
            <a:lvl4pPr>
              <a:defRPr sz="2100" b="0">
                <a:solidFill>
                  <a:srgbClr val="132B40"/>
                </a:solidFill>
                <a:latin typeface="Arial"/>
                <a:ea typeface="Arial"/>
                <a:cs typeface="Arial"/>
              </a:defRPr>
            </a:lvl4pPr>
            <a:lvl5pPr>
              <a:defRPr sz="2100" b="0">
                <a:solidFill>
                  <a:srgbClr val="132B40"/>
                </a:solidFill>
                <a:latin typeface="Arial"/>
                <a:ea typeface="Arial"/>
                <a:cs typeface="Arial"/>
              </a:defRPr>
            </a:lvl5pPr>
            <a:lvl6pPr>
              <a:defRPr sz="2100" b="0">
                <a:solidFill>
                  <a:srgbClr val="132B40"/>
                </a:solidFill>
                <a:latin typeface="Arial"/>
                <a:ea typeface="Arial"/>
                <a:cs typeface="Arial"/>
              </a:defRPr>
            </a:lvl6pPr>
            <a:lvl7pPr>
              <a:defRPr sz="2100" b="0">
                <a:solidFill>
                  <a:srgbClr val="132B40"/>
                </a:solidFill>
                <a:latin typeface="Arial"/>
                <a:ea typeface="Arial"/>
                <a:cs typeface="Arial"/>
              </a:defRPr>
            </a:lvl7pPr>
            <a:lvl8pPr>
              <a:defRPr sz="2100" b="0">
                <a:solidFill>
                  <a:srgbClr val="132B40"/>
                </a:solidFill>
                <a:latin typeface="Arial"/>
                <a:ea typeface="Arial"/>
                <a:cs typeface="Arial"/>
              </a:defRPr>
            </a:lvl8pPr>
            <a:lvl9pPr>
              <a:defRPr sz="2100" b="0">
                <a:solidFill>
                  <a:srgbClr val="132B40"/>
                </a:solidFill>
                <a:latin typeface="Arial"/>
                <a:ea typeface="Arial"/>
                <a:cs typeface="Arial"/>
              </a:defRPr>
            </a:lvl9pPr>
          </a:lstStyle>
          <a:p xmlns:a="http://schemas.openxmlformats.org/drawingml/2006/main">
            <a:pPr>
              <a:defRPr sz="2100" b="0">
                <a:solidFill>
                  <a:srgbClr val="132B40"/>
                </a:solidFill>
                <a:latin typeface="Arial"/>
                <a:ea typeface="Arial"/>
                <a:cs typeface="Arial"/>
              </a:defRPr>
            </a:pPr>
            <a:r>
              <a:rPr sz="2100" b="0">
                <a:solidFill>
                  <a:srgbClr val="132B40"/>
                </a:solidFill>
                <a:latin typeface="Arial"/>
                <a:ea typeface="Arial"/>
                <a:cs typeface="Arial"/>
              </a:rPr>
              <a:t>Published deep-learning results are not directly comparable to this experiment.</a:t>
            </a:r>
          </a:p>
        </p:txBody>
      </p:sp>
      <p:sp>
        <p:nvSpPr>
          <p:cNvPr id="6" name="">
            <a:extLst xmlns:a="http://schemas.openxmlformats.org/drawingml/2006/main">
              <a:ext uri="{FF2B5EF4-FFF2-40B4-BE49-F238E27FC236}">
                <a16:creationId xmlns:a16="http://schemas.microsoft.com/office/drawing/2014/main" id="{BD990DF0-B538-4D34-BC92-22EA3060882D}"/>
              </a:ext>
            </a:extLst>
          </p:cNvPr>
          <p:cNvSpPr>
            <a:spLocks xmlns:a="http://schemas.openxmlformats.org/drawingml/2006/main" noGrp="1"/>
          </p:cNvSpPr>
          <p:nvPr/>
        </p:nvSpPr>
        <p:spPr>
          <a:xfrm xmlns:a="http://schemas.openxmlformats.org/drawingml/2006/main">
            <a:off x="685800" y="4210050"/>
            <a:ext cx="10477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32B40"/>
                </a:solidFill>
                <a:latin typeface="Arial"/>
                <a:ea typeface="Arial"/>
                <a:cs typeface="Arial"/>
              </a:defRPr>
            </a:defPPr>
            <a:lvl1pPr>
              <a:defRPr sz="2100" b="0">
                <a:solidFill>
                  <a:srgbClr val="132B40"/>
                </a:solidFill>
                <a:latin typeface="Arial"/>
                <a:ea typeface="Arial"/>
                <a:cs typeface="Arial"/>
              </a:defRPr>
            </a:lvl1pPr>
            <a:lvl2pPr>
              <a:defRPr sz="2100" b="0">
                <a:solidFill>
                  <a:srgbClr val="132B40"/>
                </a:solidFill>
                <a:latin typeface="Arial"/>
                <a:ea typeface="Arial"/>
                <a:cs typeface="Arial"/>
              </a:defRPr>
            </a:lvl2pPr>
            <a:lvl3pPr>
              <a:defRPr sz="2100" b="0">
                <a:solidFill>
                  <a:srgbClr val="132B40"/>
                </a:solidFill>
                <a:latin typeface="Arial"/>
                <a:ea typeface="Arial"/>
                <a:cs typeface="Arial"/>
              </a:defRPr>
            </a:lvl3pPr>
            <a:lvl4pPr>
              <a:defRPr sz="2100" b="0">
                <a:solidFill>
                  <a:srgbClr val="132B40"/>
                </a:solidFill>
                <a:latin typeface="Arial"/>
                <a:ea typeface="Arial"/>
                <a:cs typeface="Arial"/>
              </a:defRPr>
            </a:lvl4pPr>
            <a:lvl5pPr>
              <a:defRPr sz="2100" b="0">
                <a:solidFill>
                  <a:srgbClr val="132B40"/>
                </a:solidFill>
                <a:latin typeface="Arial"/>
                <a:ea typeface="Arial"/>
                <a:cs typeface="Arial"/>
              </a:defRPr>
            </a:lvl5pPr>
            <a:lvl6pPr>
              <a:defRPr sz="2100" b="0">
                <a:solidFill>
                  <a:srgbClr val="132B40"/>
                </a:solidFill>
                <a:latin typeface="Arial"/>
                <a:ea typeface="Arial"/>
                <a:cs typeface="Arial"/>
              </a:defRPr>
            </a:lvl6pPr>
            <a:lvl7pPr>
              <a:defRPr sz="2100" b="0">
                <a:solidFill>
                  <a:srgbClr val="132B40"/>
                </a:solidFill>
                <a:latin typeface="Arial"/>
                <a:ea typeface="Arial"/>
                <a:cs typeface="Arial"/>
              </a:defRPr>
            </a:lvl7pPr>
            <a:lvl8pPr>
              <a:defRPr sz="2100" b="0">
                <a:solidFill>
                  <a:srgbClr val="132B40"/>
                </a:solidFill>
                <a:latin typeface="Arial"/>
                <a:ea typeface="Arial"/>
                <a:cs typeface="Arial"/>
              </a:defRPr>
            </a:lvl8pPr>
            <a:lvl9pPr>
              <a:defRPr sz="2100" b="0">
                <a:solidFill>
                  <a:srgbClr val="132B40"/>
                </a:solidFill>
                <a:latin typeface="Arial"/>
                <a:ea typeface="Arial"/>
                <a:cs typeface="Arial"/>
              </a:defRPr>
            </a:lvl9pPr>
          </a:lstStyle>
          <a:p xmlns:a="http://schemas.openxmlformats.org/drawingml/2006/main">
            <a:pPr>
              <a:defRPr sz="2100" b="0">
                <a:solidFill>
                  <a:srgbClr val="132B40"/>
                </a:solidFill>
                <a:latin typeface="Arial"/>
                <a:ea typeface="Arial"/>
                <a:cs typeface="Arial"/>
              </a:defRPr>
            </a:pPr>
            <a:r>
              <a:rPr sz="2100" b="0">
                <a:solidFill>
                  <a:srgbClr val="132B40"/>
                </a:solidFill>
                <a:latin typeface="Arial"/>
                <a:ea typeface="Arial"/>
                <a:cs typeface="Arial"/>
              </a:rPr>
              <a:t>No external hospital cohort or clinical-use claim is included.</a:t>
            </a:r>
          </a:p>
        </p:txBody>
      </p:sp>
      <p:sp>
        <p:nvSpPr>
          <p:cNvPr id="7" name="">
            <a:extLst xmlns:a="http://schemas.openxmlformats.org/drawingml/2006/main">
              <a:ext uri="{FF2B5EF4-FFF2-40B4-BE49-F238E27FC236}">
                <a16:creationId xmlns:a16="http://schemas.microsoft.com/office/drawing/2014/main" id="{F1E02500-040E-4250-AE21-FCDAEB65CCA4}"/>
              </a:ext>
            </a:extLst>
          </p:cNvPr>
          <p:cNvSpPr>
            <a:spLocks xmlns:a="http://schemas.openxmlformats.org/drawingml/2006/main" noGrp="1"/>
          </p:cNvSpPr>
          <p:nvPr/>
        </p:nvSpPr>
        <p:spPr>
          <a:xfrm xmlns:a="http://schemas.openxmlformats.org/drawingml/2006/main">
            <a:off x="685800" y="5381625"/>
            <a:ext cx="1047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4C6070"/>
                </a:solidFill>
                <a:latin typeface="Arial"/>
                <a:ea typeface="Arial"/>
                <a:cs typeface="Arial"/>
              </a:defRPr>
            </a:defPPr>
            <a:lvl1pPr>
              <a:defRPr sz="1500" b="0">
                <a:solidFill>
                  <a:srgbClr val="4C6070"/>
                </a:solidFill>
                <a:latin typeface="Arial"/>
                <a:ea typeface="Arial"/>
                <a:cs typeface="Arial"/>
              </a:defRPr>
            </a:lvl1pPr>
            <a:lvl2pPr>
              <a:defRPr sz="1500" b="0">
                <a:solidFill>
                  <a:srgbClr val="4C6070"/>
                </a:solidFill>
                <a:latin typeface="Arial"/>
                <a:ea typeface="Arial"/>
                <a:cs typeface="Arial"/>
              </a:defRPr>
            </a:lvl2pPr>
            <a:lvl3pPr>
              <a:defRPr sz="1500" b="0">
                <a:solidFill>
                  <a:srgbClr val="4C6070"/>
                </a:solidFill>
                <a:latin typeface="Arial"/>
                <a:ea typeface="Arial"/>
                <a:cs typeface="Arial"/>
              </a:defRPr>
            </a:lvl3pPr>
            <a:lvl4pPr>
              <a:defRPr sz="1500" b="0">
                <a:solidFill>
                  <a:srgbClr val="4C6070"/>
                </a:solidFill>
                <a:latin typeface="Arial"/>
                <a:ea typeface="Arial"/>
                <a:cs typeface="Arial"/>
              </a:defRPr>
            </a:lvl4pPr>
            <a:lvl5pPr>
              <a:defRPr sz="1500" b="0">
                <a:solidFill>
                  <a:srgbClr val="4C6070"/>
                </a:solidFill>
                <a:latin typeface="Arial"/>
                <a:ea typeface="Arial"/>
                <a:cs typeface="Arial"/>
              </a:defRPr>
            </a:lvl5pPr>
            <a:lvl6pPr>
              <a:defRPr sz="1500" b="0">
                <a:solidFill>
                  <a:srgbClr val="4C6070"/>
                </a:solidFill>
                <a:latin typeface="Arial"/>
                <a:ea typeface="Arial"/>
                <a:cs typeface="Arial"/>
              </a:defRPr>
            </a:lvl6pPr>
            <a:lvl7pPr>
              <a:defRPr sz="1500" b="0">
                <a:solidFill>
                  <a:srgbClr val="4C6070"/>
                </a:solidFill>
                <a:latin typeface="Arial"/>
                <a:ea typeface="Arial"/>
                <a:cs typeface="Arial"/>
              </a:defRPr>
            </a:lvl7pPr>
            <a:lvl8pPr>
              <a:defRPr sz="1500" b="0">
                <a:solidFill>
                  <a:srgbClr val="4C6070"/>
                </a:solidFill>
                <a:latin typeface="Arial"/>
                <a:ea typeface="Arial"/>
                <a:cs typeface="Arial"/>
              </a:defRPr>
            </a:lvl8pPr>
            <a:lvl9pPr>
              <a:defRPr sz="1500" b="0">
                <a:solidFill>
                  <a:srgbClr val="4C6070"/>
                </a:solidFill>
                <a:latin typeface="Arial"/>
                <a:ea typeface="Arial"/>
                <a:cs typeface="Arial"/>
              </a:defRPr>
            </a:lvl9pPr>
          </a:lstStyle>
          <a:p xmlns:a="http://schemas.openxmlformats.org/drawingml/2006/main">
            <a:pPr>
              <a:defRPr sz="1500" b="0">
                <a:solidFill>
                  <a:srgbClr val="4C6070"/>
                </a:solidFill>
                <a:latin typeface="Arial"/>
                <a:ea typeface="Arial"/>
                <a:cs typeface="Arial"/>
              </a:defRPr>
            </a:pPr>
            <a:r>
              <a:rPr sz="1500" b="0">
                <a:solidFill>
                  <a:srgbClr val="4C6070"/>
                </a:solidFill>
                <a:latin typeface="Arial"/>
                <a:ea typeface="Arial"/>
                <a:cs typeface="Arial"/>
              </a:rPr>
              <a:t>Sources: Kermany et al. (2018); Ng &amp; Jordan (2001); Zech et al. (2018).</a:t>
            </a:r>
          </a:p>
        </p:txBody>
      </p:sp>
    </p:spTree>
    <p:extLst>
      <p:ext uri="{BB962C8B-B14F-4D97-AF65-F5344CB8AC3E}">
        <p14:creationId xmlns:p14="http://schemas.microsoft.com/office/powerpoint/2010/main" val="1781867593"/>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15B2E1F-F0B1-455D-AF18-445CBA3CD133}"/>
              </a:ext>
            </a:extLst>
          </p:cNvPr>
          <p:cNvSpPr>
            <a:spLocks xmlns:a="http://schemas.openxmlformats.org/drawingml/2006/main" noGrp="1"/>
          </p:cNvSpPr>
          <p:nvPr/>
        </p:nvSpPr>
        <p:spPr>
          <a:xfrm xmlns:a="http://schemas.openxmlformats.org/drawingml/2006/main">
            <a:off x="609600" y="43815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32B40"/>
                </a:solidFill>
                <a:latin typeface="Arial"/>
                <a:ea typeface="Arial"/>
                <a:cs typeface="Arial"/>
              </a:defRPr>
            </a:defPPr>
            <a:lvl1pPr>
              <a:defRPr sz="3225" b="1">
                <a:solidFill>
                  <a:srgbClr val="132B40"/>
                </a:solidFill>
                <a:latin typeface="Arial"/>
                <a:ea typeface="Arial"/>
                <a:cs typeface="Arial"/>
              </a:defRPr>
            </a:lvl1pPr>
            <a:lvl2pPr>
              <a:defRPr sz="3225" b="1">
                <a:solidFill>
                  <a:srgbClr val="132B40"/>
                </a:solidFill>
                <a:latin typeface="Arial"/>
                <a:ea typeface="Arial"/>
                <a:cs typeface="Arial"/>
              </a:defRPr>
            </a:lvl2pPr>
            <a:lvl3pPr>
              <a:defRPr sz="3225" b="1">
                <a:solidFill>
                  <a:srgbClr val="132B40"/>
                </a:solidFill>
                <a:latin typeface="Arial"/>
                <a:ea typeface="Arial"/>
                <a:cs typeface="Arial"/>
              </a:defRPr>
            </a:lvl3pPr>
            <a:lvl4pPr>
              <a:defRPr sz="3225" b="1">
                <a:solidFill>
                  <a:srgbClr val="132B40"/>
                </a:solidFill>
                <a:latin typeface="Arial"/>
                <a:ea typeface="Arial"/>
                <a:cs typeface="Arial"/>
              </a:defRPr>
            </a:lvl4pPr>
            <a:lvl5pPr>
              <a:defRPr sz="3225" b="1">
                <a:solidFill>
                  <a:srgbClr val="132B40"/>
                </a:solidFill>
                <a:latin typeface="Arial"/>
                <a:ea typeface="Arial"/>
                <a:cs typeface="Arial"/>
              </a:defRPr>
            </a:lvl5pPr>
            <a:lvl6pPr>
              <a:defRPr sz="3225" b="1">
                <a:solidFill>
                  <a:srgbClr val="132B40"/>
                </a:solidFill>
                <a:latin typeface="Arial"/>
                <a:ea typeface="Arial"/>
                <a:cs typeface="Arial"/>
              </a:defRPr>
            </a:lvl6pPr>
            <a:lvl7pPr>
              <a:defRPr sz="3225" b="1">
                <a:solidFill>
                  <a:srgbClr val="132B40"/>
                </a:solidFill>
                <a:latin typeface="Arial"/>
                <a:ea typeface="Arial"/>
                <a:cs typeface="Arial"/>
              </a:defRPr>
            </a:lvl7pPr>
            <a:lvl8pPr>
              <a:defRPr sz="3225" b="1">
                <a:solidFill>
                  <a:srgbClr val="132B40"/>
                </a:solidFill>
                <a:latin typeface="Arial"/>
                <a:ea typeface="Arial"/>
                <a:cs typeface="Arial"/>
              </a:defRPr>
            </a:lvl8pPr>
            <a:lvl9pPr>
              <a:defRPr sz="3225" b="1">
                <a:solidFill>
                  <a:srgbClr val="132B40"/>
                </a:solidFill>
                <a:latin typeface="Arial"/>
                <a:ea typeface="Arial"/>
                <a:cs typeface="Arial"/>
              </a:defRPr>
            </a:lvl9pPr>
          </a:lstStyle>
          <a:p xmlns:a="http://schemas.openxmlformats.org/drawingml/2006/main">
            <a:pPr>
              <a:defRPr sz="3225" b="1">
                <a:solidFill>
                  <a:srgbClr val="132B40"/>
                </a:solidFill>
                <a:latin typeface="Arial"/>
                <a:ea typeface="Arial"/>
                <a:cs typeface="Arial"/>
              </a:defRPr>
            </a:pPr>
            <a:r>
              <a:rPr sz="3225" b="1">
                <a:solidFill>
                  <a:srgbClr val="132B40"/>
                </a:solidFill>
                <a:latin typeface="Arial"/>
                <a:ea typeface="Arial"/>
                <a:cs typeface="Arial"/>
              </a:rPr>
              <a:t>Dataset &amp; experiment scope</a:t>
            </a:r>
          </a:p>
        </p:txBody>
      </p:sp>
      <p:sp>
        <p:nvSpPr>
          <p:cNvPr id="2" name="">
            <a:extLst xmlns:a="http://schemas.openxmlformats.org/drawingml/2006/main">
              <a:ext uri="{FF2B5EF4-FFF2-40B4-BE49-F238E27FC236}">
                <a16:creationId xmlns:a16="http://schemas.microsoft.com/office/drawing/2014/main" id="{DAFC27B3-6C11-431F-8EB5-A2C734A6E8D2}"/>
              </a:ext>
            </a:extLst>
          </p:cNvPr>
          <p:cNvSpPr>
            <a:spLocks xmlns:a="http://schemas.openxmlformats.org/drawingml/2006/main" noGrp="1"/>
          </p:cNvSpPr>
          <p:nvPr/>
        </p:nvSpPr>
        <p:spPr>
          <a:xfrm xmlns:a="http://schemas.openxmlformats.org/drawingml/2006/main">
            <a:off x="11144250" y="6353175"/>
            <a:ext cx="523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4C6070"/>
                </a:solidFill>
                <a:latin typeface="Arial"/>
                <a:ea typeface="Arial"/>
                <a:cs typeface="Arial"/>
              </a:defRPr>
            </a:defPPr>
            <a:lvl1pPr>
              <a:defRPr sz="1275" b="0">
                <a:solidFill>
                  <a:srgbClr val="4C6070"/>
                </a:solidFill>
                <a:latin typeface="Arial"/>
                <a:ea typeface="Arial"/>
                <a:cs typeface="Arial"/>
              </a:defRPr>
            </a:lvl1pPr>
            <a:lvl2pPr>
              <a:defRPr sz="1275" b="0">
                <a:solidFill>
                  <a:srgbClr val="4C6070"/>
                </a:solidFill>
                <a:latin typeface="Arial"/>
                <a:ea typeface="Arial"/>
                <a:cs typeface="Arial"/>
              </a:defRPr>
            </a:lvl2pPr>
            <a:lvl3pPr>
              <a:defRPr sz="1275" b="0">
                <a:solidFill>
                  <a:srgbClr val="4C6070"/>
                </a:solidFill>
                <a:latin typeface="Arial"/>
                <a:ea typeface="Arial"/>
                <a:cs typeface="Arial"/>
              </a:defRPr>
            </a:lvl3pPr>
            <a:lvl4pPr>
              <a:defRPr sz="1275" b="0">
                <a:solidFill>
                  <a:srgbClr val="4C6070"/>
                </a:solidFill>
                <a:latin typeface="Arial"/>
                <a:ea typeface="Arial"/>
                <a:cs typeface="Arial"/>
              </a:defRPr>
            </a:lvl4pPr>
            <a:lvl5pPr>
              <a:defRPr sz="1275" b="0">
                <a:solidFill>
                  <a:srgbClr val="4C6070"/>
                </a:solidFill>
                <a:latin typeface="Arial"/>
                <a:ea typeface="Arial"/>
                <a:cs typeface="Arial"/>
              </a:defRPr>
            </a:lvl5pPr>
            <a:lvl6pPr>
              <a:defRPr sz="1275" b="0">
                <a:solidFill>
                  <a:srgbClr val="4C6070"/>
                </a:solidFill>
                <a:latin typeface="Arial"/>
                <a:ea typeface="Arial"/>
                <a:cs typeface="Arial"/>
              </a:defRPr>
            </a:lvl6pPr>
            <a:lvl7pPr>
              <a:defRPr sz="1275" b="0">
                <a:solidFill>
                  <a:srgbClr val="4C6070"/>
                </a:solidFill>
                <a:latin typeface="Arial"/>
                <a:ea typeface="Arial"/>
                <a:cs typeface="Arial"/>
              </a:defRPr>
            </a:lvl7pPr>
            <a:lvl8pPr>
              <a:defRPr sz="1275" b="0">
                <a:solidFill>
                  <a:srgbClr val="4C6070"/>
                </a:solidFill>
                <a:latin typeface="Arial"/>
                <a:ea typeface="Arial"/>
                <a:cs typeface="Arial"/>
              </a:defRPr>
            </a:lvl8pPr>
            <a:lvl9pPr>
              <a:defRPr sz="1275" b="0">
                <a:solidFill>
                  <a:srgbClr val="4C6070"/>
                </a:solidFill>
                <a:latin typeface="Arial"/>
                <a:ea typeface="Arial"/>
                <a:cs typeface="Arial"/>
              </a:defRPr>
            </a:lvl9pPr>
          </a:lstStyle>
          <a:p xmlns:a="http://schemas.openxmlformats.org/drawingml/2006/main">
            <a:pPr>
              <a:defRPr sz="1275" b="0">
                <a:solidFill>
                  <a:srgbClr val="4C6070"/>
                </a:solidFill>
                <a:latin typeface="Arial"/>
                <a:ea typeface="Arial"/>
                <a:cs typeface="Arial"/>
              </a:defRPr>
            </a:pPr>
            <a:r>
              <a:rPr sz="1275" b="0">
                <a:solidFill>
                  <a:srgbClr val="4C6070"/>
                </a:solidFill>
                <a:latin typeface="Arial"/>
                <a:ea typeface="Arial"/>
                <a:cs typeface="Arial"/>
              </a:rPr>
              <a:t>04</a:t>
            </a:r>
          </a:p>
        </p:txBody>
      </p:sp>
      <p:graphicFrame>
        <p:nvGraphicFramePr>
          <p:cNvPr id="3" name="">
            <a:extLst xmlns:a="http://schemas.openxmlformats.org/drawingml/2006/main">
              <a:ext uri="{FF2B5EF4-FFF2-40B4-BE49-F238E27FC236}">
                <a16:creationId xmlns:a16="http://schemas.microsoft.com/office/drawing/2014/main" id="{7A1E6986-6892-40AA-AF64-DE9E91C0B20A}"/>
              </a:ext>
            </a:extLst>
          </p:cNvPr>
          <p:cNvGraphicFramePr/>
          <p:nvPr/>
        </p:nvGraphicFramePr>
        <p:xfrm>
          <a:off xmlns:a="http://schemas.openxmlformats.org/drawingml/2006/main" x="685800" y="1428750"/>
          <a:ext xmlns:a="http://schemas.openxmlformats.org/drawingml/2006/main" cx="10763250" cy="2857500"/>
        </p:xfrm>
        <a:graphic xmlns:a="http://schemas.openxmlformats.org/drawingml/2006/main">
          <a:graphicData uri="http://schemas.openxmlformats.org/drawingml/2006/table">
            <a:tbl>
              <a:tblPr/>
              <a:tblGrid>
                <a:gridCol w="3810000"/>
                <a:gridCol w="2286000"/>
                <a:gridCol w="2476500"/>
                <a:gridCol w="2190750"/>
              </a:tblGrid>
              <a:tr h="571500">
                <a:tc>
                  <a:txBody>
                    <a:bodyPr/>
                    <a:lstStyle/>
                    <a:p>
                      <a:r>
                        <a:rPr sz="1800" b="1">
                          <a:solidFill>
                            <a:srgbClr val="FFFFFF"/>
                          </a:solidFill>
                          <a:latin typeface="Arial"/>
                          <a:ea typeface="Arial"/>
                          <a:cs typeface="Arial"/>
                        </a:rPr>
                        <a:t>Original split</a:t>
                      </a:r>
                    </a:p>
                  </a:txBody>
                  <a:tcPr marL="91440" marR="91440" marT="45720" marB="45720">
                    <a:solidFill>
                      <a:srgbClr val="132B40"/>
                    </a:solidFill>
                  </a:tcPr>
                </a:tc>
                <a:tc>
                  <a:txBody>
                    <a:bodyPr/>
                    <a:lstStyle/>
                    <a:p>
                      <a:r>
                        <a:rPr sz="1800" b="1">
                          <a:solidFill>
                            <a:srgbClr val="FFFFFF"/>
                          </a:solidFill>
                          <a:latin typeface="Arial"/>
                          <a:ea typeface="Arial"/>
                          <a:cs typeface="Arial"/>
                        </a:rPr>
                        <a:t>NORMAL</a:t>
                      </a:r>
                    </a:p>
                  </a:txBody>
                  <a:tcPr marL="91440" marR="91440" marT="45720" marB="45720">
                    <a:solidFill>
                      <a:srgbClr val="132B40"/>
                    </a:solidFill>
                  </a:tcPr>
                </a:tc>
                <a:tc>
                  <a:txBody>
                    <a:bodyPr/>
                    <a:lstStyle/>
                    <a:p>
                      <a:r>
                        <a:rPr sz="1800" b="1">
                          <a:solidFill>
                            <a:srgbClr val="FFFFFF"/>
                          </a:solidFill>
                          <a:latin typeface="Arial"/>
                          <a:ea typeface="Arial"/>
                          <a:cs typeface="Arial"/>
                        </a:rPr>
                        <a:t>PNEUMONIA</a:t>
                      </a:r>
                    </a:p>
                  </a:txBody>
                  <a:tcPr marL="91440" marR="91440" marT="45720" marB="45720">
                    <a:solidFill>
                      <a:srgbClr val="132B40"/>
                    </a:solidFill>
                  </a:tcPr>
                </a:tc>
                <a:tc>
                  <a:txBody>
                    <a:bodyPr/>
                    <a:lstStyle/>
                    <a:p>
                      <a:r>
                        <a:rPr sz="1800" b="1">
                          <a:solidFill>
                            <a:srgbClr val="FFFFFF"/>
                          </a:solidFill>
                          <a:latin typeface="Arial"/>
                          <a:ea typeface="Arial"/>
                          <a:cs typeface="Arial"/>
                        </a:rPr>
                        <a:t>Total</a:t>
                      </a:r>
                    </a:p>
                  </a:txBody>
                  <a:tcPr marL="91440" marR="91440" marT="45720" marB="45720">
                    <a:solidFill>
                      <a:srgbClr val="132B40"/>
                    </a:solidFill>
                  </a:tcPr>
                </a:tc>
              </a:tr>
              <a:tr h="571500">
                <a:tc>
                  <a:txBody>
                    <a:bodyPr/>
                    <a:lstStyle/>
                    <a:p>
                      <a:r>
                        <a:rPr sz="1875" b="0">
                          <a:solidFill>
                            <a:srgbClr val="132B40"/>
                          </a:solidFill>
                          <a:latin typeface="Arial"/>
                          <a:ea typeface="Arial"/>
                          <a:cs typeface="Arial"/>
                        </a:rPr>
                        <a:t>Training</a:t>
                      </a:r>
                    </a:p>
                  </a:txBody>
                  <a:tcPr marL="91440" marR="91440" marT="45720" marB="45720">
                    <a:solidFill>
                      <a:srgbClr val="EFF5F7"/>
                    </a:solidFill>
                  </a:tcPr>
                </a:tc>
                <a:tc>
                  <a:txBody>
                    <a:bodyPr/>
                    <a:lstStyle/>
                    <a:p>
                      <a:r>
                        <a:rPr sz="1875" b="0">
                          <a:solidFill>
                            <a:srgbClr val="132B40"/>
                          </a:solidFill>
                          <a:latin typeface="Arial"/>
                          <a:ea typeface="Arial"/>
                          <a:cs typeface="Arial"/>
                        </a:rPr>
                        <a:t>1,341</a:t>
                      </a:r>
                    </a:p>
                  </a:txBody>
                  <a:tcPr marL="91440" marR="91440" marT="45720" marB="45720">
                    <a:solidFill>
                      <a:srgbClr val="EFF5F7"/>
                    </a:solidFill>
                  </a:tcPr>
                </a:tc>
                <a:tc>
                  <a:txBody>
                    <a:bodyPr/>
                    <a:lstStyle/>
                    <a:p>
                      <a:r>
                        <a:rPr sz="1875" b="0">
                          <a:solidFill>
                            <a:srgbClr val="132B40"/>
                          </a:solidFill>
                          <a:latin typeface="Arial"/>
                          <a:ea typeface="Arial"/>
                          <a:cs typeface="Arial"/>
                        </a:rPr>
                        <a:t>3,875</a:t>
                      </a:r>
                    </a:p>
                  </a:txBody>
                  <a:tcPr marL="91440" marR="91440" marT="45720" marB="45720">
                    <a:solidFill>
                      <a:srgbClr val="EFF5F7"/>
                    </a:solidFill>
                  </a:tcPr>
                </a:tc>
                <a:tc>
                  <a:txBody>
                    <a:bodyPr/>
                    <a:lstStyle/>
                    <a:p>
                      <a:r>
                        <a:rPr sz="1875" b="0">
                          <a:solidFill>
                            <a:srgbClr val="132B40"/>
                          </a:solidFill>
                          <a:latin typeface="Arial"/>
                          <a:ea typeface="Arial"/>
                          <a:cs typeface="Arial"/>
                        </a:rPr>
                        <a:t>5,216</a:t>
                      </a:r>
                    </a:p>
                  </a:txBody>
                  <a:tcPr marL="91440" marR="91440" marT="45720" marB="45720">
                    <a:solidFill>
                      <a:srgbClr val="EFF5F7"/>
                    </a:solidFill>
                  </a:tcPr>
                </a:tc>
              </a:tr>
              <a:tr h="571500">
                <a:tc>
                  <a:txBody>
                    <a:bodyPr/>
                    <a:lstStyle/>
                    <a:p>
                      <a:r>
                        <a:rPr sz="1875" b="0">
                          <a:solidFill>
                            <a:srgbClr val="132B40"/>
                          </a:solidFill>
                          <a:latin typeface="Arial"/>
                          <a:ea typeface="Arial"/>
                          <a:cs typeface="Arial"/>
                        </a:rPr>
                        <a:t>Validation</a:t>
                      </a:r>
                    </a:p>
                  </a:txBody>
                  <a:tcPr marL="91440" marR="91440" marT="45720" marB="45720">
                    <a:solidFill>
                      <a:srgbClr val="FFFFFF"/>
                    </a:solidFill>
                  </a:tcPr>
                </a:tc>
                <a:tc>
                  <a:txBody>
                    <a:bodyPr/>
                    <a:lstStyle/>
                    <a:p>
                      <a:r>
                        <a:rPr sz="1875" b="0">
                          <a:solidFill>
                            <a:srgbClr val="132B40"/>
                          </a:solidFill>
                          <a:latin typeface="Arial"/>
                          <a:ea typeface="Arial"/>
                          <a:cs typeface="Arial"/>
                        </a:rPr>
                        <a:t>8</a:t>
                      </a:r>
                    </a:p>
                  </a:txBody>
                  <a:tcPr marL="91440" marR="91440" marT="45720" marB="45720">
                    <a:solidFill>
                      <a:srgbClr val="FFFFFF"/>
                    </a:solidFill>
                  </a:tcPr>
                </a:tc>
                <a:tc>
                  <a:txBody>
                    <a:bodyPr/>
                    <a:lstStyle/>
                    <a:p>
                      <a:r>
                        <a:rPr sz="1875" b="0">
                          <a:solidFill>
                            <a:srgbClr val="132B40"/>
                          </a:solidFill>
                          <a:latin typeface="Arial"/>
                          <a:ea typeface="Arial"/>
                          <a:cs typeface="Arial"/>
                        </a:rPr>
                        <a:t>8</a:t>
                      </a:r>
                    </a:p>
                  </a:txBody>
                  <a:tcPr marL="91440" marR="91440" marT="45720" marB="45720">
                    <a:solidFill>
                      <a:srgbClr val="FFFFFF"/>
                    </a:solidFill>
                  </a:tcPr>
                </a:tc>
                <a:tc>
                  <a:txBody>
                    <a:bodyPr/>
                    <a:lstStyle/>
                    <a:p>
                      <a:r>
                        <a:rPr sz="1875" b="0">
                          <a:solidFill>
                            <a:srgbClr val="132B40"/>
                          </a:solidFill>
                          <a:latin typeface="Arial"/>
                          <a:ea typeface="Arial"/>
                          <a:cs typeface="Arial"/>
                        </a:rPr>
                        <a:t>16</a:t>
                      </a:r>
                    </a:p>
                  </a:txBody>
                  <a:tcPr marL="91440" marR="91440" marT="45720" marB="45720">
                    <a:solidFill>
                      <a:srgbClr val="FFFFFF"/>
                    </a:solidFill>
                  </a:tcPr>
                </a:tc>
              </a:tr>
              <a:tr h="571500">
                <a:tc>
                  <a:txBody>
                    <a:bodyPr/>
                    <a:lstStyle/>
                    <a:p>
                      <a:r>
                        <a:rPr sz="1875" b="0">
                          <a:solidFill>
                            <a:srgbClr val="132B40"/>
                          </a:solidFill>
                          <a:latin typeface="Arial"/>
                          <a:ea typeface="Arial"/>
                          <a:cs typeface="Arial"/>
                        </a:rPr>
                        <a:t>Test</a:t>
                      </a:r>
                    </a:p>
                  </a:txBody>
                  <a:tcPr marL="91440" marR="91440" marT="45720" marB="45720">
                    <a:solidFill>
                      <a:srgbClr val="EFF5F7"/>
                    </a:solidFill>
                  </a:tcPr>
                </a:tc>
                <a:tc>
                  <a:txBody>
                    <a:bodyPr/>
                    <a:lstStyle/>
                    <a:p>
                      <a:r>
                        <a:rPr sz="1875" b="0">
                          <a:solidFill>
                            <a:srgbClr val="132B40"/>
                          </a:solidFill>
                          <a:latin typeface="Arial"/>
                          <a:ea typeface="Arial"/>
                          <a:cs typeface="Arial"/>
                        </a:rPr>
                        <a:t>234</a:t>
                      </a:r>
                    </a:p>
                  </a:txBody>
                  <a:tcPr marL="91440" marR="91440" marT="45720" marB="45720">
                    <a:solidFill>
                      <a:srgbClr val="EFF5F7"/>
                    </a:solidFill>
                  </a:tcPr>
                </a:tc>
                <a:tc>
                  <a:txBody>
                    <a:bodyPr/>
                    <a:lstStyle/>
                    <a:p>
                      <a:r>
                        <a:rPr sz="1875" b="0">
                          <a:solidFill>
                            <a:srgbClr val="132B40"/>
                          </a:solidFill>
                          <a:latin typeface="Arial"/>
                          <a:ea typeface="Arial"/>
                          <a:cs typeface="Arial"/>
                        </a:rPr>
                        <a:t>390</a:t>
                      </a:r>
                    </a:p>
                  </a:txBody>
                  <a:tcPr marL="91440" marR="91440" marT="45720" marB="45720">
                    <a:solidFill>
                      <a:srgbClr val="EFF5F7"/>
                    </a:solidFill>
                  </a:tcPr>
                </a:tc>
                <a:tc>
                  <a:txBody>
                    <a:bodyPr/>
                    <a:lstStyle/>
                    <a:p>
                      <a:r>
                        <a:rPr sz="1875" b="0">
                          <a:solidFill>
                            <a:srgbClr val="132B40"/>
                          </a:solidFill>
                          <a:latin typeface="Arial"/>
                          <a:ea typeface="Arial"/>
                          <a:cs typeface="Arial"/>
                        </a:rPr>
                        <a:t>624</a:t>
                      </a:r>
                    </a:p>
                  </a:txBody>
                  <a:tcPr marL="91440" marR="91440" marT="45720" marB="45720">
                    <a:solidFill>
                      <a:srgbClr val="EFF5F7"/>
                    </a:solidFill>
                  </a:tcPr>
                </a:tc>
              </a:tr>
              <a:tr h="571500">
                <a:tc>
                  <a:txBody>
                    <a:bodyPr/>
                    <a:lstStyle/>
                    <a:p>
                      <a:r>
                        <a:rPr sz="1875" b="0">
                          <a:solidFill>
                            <a:srgbClr val="132B40"/>
                          </a:solidFill>
                          <a:latin typeface="Arial"/>
                          <a:ea typeface="Arial"/>
                          <a:cs typeface="Arial"/>
                        </a:rPr>
                        <a:t>All images</a:t>
                      </a:r>
                    </a:p>
                  </a:txBody>
                  <a:tcPr marL="91440" marR="91440" marT="45720" marB="45720">
                    <a:solidFill>
                      <a:srgbClr val="FFFFFF"/>
                    </a:solidFill>
                  </a:tcPr>
                </a:tc>
                <a:tc>
                  <a:txBody>
                    <a:bodyPr/>
                    <a:lstStyle/>
                    <a:p>
                      <a:r>
                        <a:rPr sz="1875" b="0">
                          <a:solidFill>
                            <a:srgbClr val="132B40"/>
                          </a:solidFill>
                          <a:latin typeface="Arial"/>
                          <a:ea typeface="Arial"/>
                          <a:cs typeface="Arial"/>
                        </a:rPr>
                        <a:t>1,583</a:t>
                      </a:r>
                    </a:p>
                  </a:txBody>
                  <a:tcPr marL="91440" marR="91440" marT="45720" marB="45720">
                    <a:solidFill>
                      <a:srgbClr val="FFFFFF"/>
                    </a:solidFill>
                  </a:tcPr>
                </a:tc>
                <a:tc>
                  <a:txBody>
                    <a:bodyPr/>
                    <a:lstStyle/>
                    <a:p>
                      <a:r>
                        <a:rPr sz="1875" b="0">
                          <a:solidFill>
                            <a:srgbClr val="132B40"/>
                          </a:solidFill>
                          <a:latin typeface="Arial"/>
                          <a:ea typeface="Arial"/>
                          <a:cs typeface="Arial"/>
                        </a:rPr>
                        <a:t>4,273</a:t>
                      </a:r>
                    </a:p>
                  </a:txBody>
                  <a:tcPr marL="91440" marR="91440" marT="45720" marB="45720">
                    <a:solidFill>
                      <a:srgbClr val="FFFFFF"/>
                    </a:solidFill>
                  </a:tcPr>
                </a:tc>
                <a:tc>
                  <a:txBody>
                    <a:bodyPr/>
                    <a:lstStyle/>
                    <a:p>
                      <a:r>
                        <a:rPr sz="1875" b="0">
                          <a:solidFill>
                            <a:srgbClr val="132B40"/>
                          </a:solidFill>
                          <a:latin typeface="Arial"/>
                          <a:ea typeface="Arial"/>
                          <a:cs typeface="Arial"/>
                        </a:rPr>
                        <a:t>5,856</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8A7EAA50-854B-4B36-B335-71102E3DA83C}"/>
              </a:ext>
            </a:extLst>
          </p:cNvPr>
          <p:cNvSpPr>
            <a:spLocks xmlns:a="http://schemas.openxmlformats.org/drawingml/2006/main" noGrp="1"/>
          </p:cNvSpPr>
          <p:nvPr/>
        </p:nvSpPr>
        <p:spPr>
          <a:xfrm xmlns:a="http://schemas.openxmlformats.org/drawingml/2006/main">
            <a:off x="685800" y="4524375"/>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087F8C"/>
                </a:solidFill>
                <a:latin typeface="Arial"/>
                <a:ea typeface="Arial"/>
                <a:cs typeface="Arial"/>
              </a:defRPr>
            </a:defPPr>
            <a:lvl1pPr>
              <a:defRPr sz="1875" b="1">
                <a:solidFill>
                  <a:srgbClr val="087F8C"/>
                </a:solidFill>
                <a:latin typeface="Arial"/>
                <a:ea typeface="Arial"/>
                <a:cs typeface="Arial"/>
              </a:defRPr>
            </a:lvl1pPr>
            <a:lvl2pPr>
              <a:defRPr sz="1875" b="1">
                <a:solidFill>
                  <a:srgbClr val="087F8C"/>
                </a:solidFill>
                <a:latin typeface="Arial"/>
                <a:ea typeface="Arial"/>
                <a:cs typeface="Arial"/>
              </a:defRPr>
            </a:lvl2pPr>
            <a:lvl3pPr>
              <a:defRPr sz="1875" b="1">
                <a:solidFill>
                  <a:srgbClr val="087F8C"/>
                </a:solidFill>
                <a:latin typeface="Arial"/>
                <a:ea typeface="Arial"/>
                <a:cs typeface="Arial"/>
              </a:defRPr>
            </a:lvl3pPr>
            <a:lvl4pPr>
              <a:defRPr sz="1875" b="1">
                <a:solidFill>
                  <a:srgbClr val="087F8C"/>
                </a:solidFill>
                <a:latin typeface="Arial"/>
                <a:ea typeface="Arial"/>
                <a:cs typeface="Arial"/>
              </a:defRPr>
            </a:lvl4pPr>
            <a:lvl5pPr>
              <a:defRPr sz="1875" b="1">
                <a:solidFill>
                  <a:srgbClr val="087F8C"/>
                </a:solidFill>
                <a:latin typeface="Arial"/>
                <a:ea typeface="Arial"/>
                <a:cs typeface="Arial"/>
              </a:defRPr>
            </a:lvl5pPr>
            <a:lvl6pPr>
              <a:defRPr sz="1875" b="1">
                <a:solidFill>
                  <a:srgbClr val="087F8C"/>
                </a:solidFill>
                <a:latin typeface="Arial"/>
                <a:ea typeface="Arial"/>
                <a:cs typeface="Arial"/>
              </a:defRPr>
            </a:lvl6pPr>
            <a:lvl7pPr>
              <a:defRPr sz="1875" b="1">
                <a:solidFill>
                  <a:srgbClr val="087F8C"/>
                </a:solidFill>
                <a:latin typeface="Arial"/>
                <a:ea typeface="Arial"/>
                <a:cs typeface="Arial"/>
              </a:defRPr>
            </a:lvl7pPr>
            <a:lvl8pPr>
              <a:defRPr sz="1875" b="1">
                <a:solidFill>
                  <a:srgbClr val="087F8C"/>
                </a:solidFill>
                <a:latin typeface="Arial"/>
                <a:ea typeface="Arial"/>
                <a:cs typeface="Arial"/>
              </a:defRPr>
            </a:lvl8pPr>
            <a:lvl9pPr>
              <a:defRPr sz="1875" b="1">
                <a:solidFill>
                  <a:srgbClr val="087F8C"/>
                </a:solidFill>
                <a:latin typeface="Arial"/>
                <a:ea typeface="Arial"/>
                <a:cs typeface="Arial"/>
              </a:defRPr>
            </a:lvl9pPr>
          </a:lstStyle>
          <a:p xmlns:a="http://schemas.openxmlformats.org/drawingml/2006/main">
            <a:pPr>
              <a:defRPr sz="1875" b="1">
                <a:solidFill>
                  <a:srgbClr val="087F8C"/>
                </a:solidFill>
                <a:latin typeface="Arial"/>
                <a:ea typeface="Arial"/>
                <a:cs typeface="Arial"/>
              </a:defRPr>
            </a:pPr>
            <a:r>
              <a:rPr sz="1875" b="1">
                <a:solidFill>
                  <a:srgbClr val="087F8C"/>
                </a:solidFill>
                <a:latin typeface="Arial"/>
                <a:ea typeface="Arial"/>
                <a:cs typeface="Arial"/>
              </a:rPr>
              <a:t>Audited set: 4,753 development images + 618 test images.</a:t>
            </a:r>
          </a:p>
        </p:txBody>
      </p:sp>
      <p:sp>
        <p:nvSpPr>
          <p:cNvPr id="5" name="">
            <a:extLst xmlns:a="http://schemas.openxmlformats.org/drawingml/2006/main">
              <a:ext uri="{FF2B5EF4-FFF2-40B4-BE49-F238E27FC236}">
                <a16:creationId xmlns:a16="http://schemas.microsoft.com/office/drawing/2014/main" id="{C28E6151-0495-4BB4-8518-27A84504EC8B}"/>
              </a:ext>
            </a:extLst>
          </p:cNvPr>
          <p:cNvSpPr>
            <a:spLocks xmlns:a="http://schemas.openxmlformats.org/drawingml/2006/main" noGrp="1"/>
          </p:cNvSpPr>
          <p:nvPr/>
        </p:nvSpPr>
        <p:spPr>
          <a:xfrm xmlns:a="http://schemas.openxmlformats.org/drawingml/2006/main">
            <a:off x="685800" y="5000625"/>
            <a:ext cx="1047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0">
                <a:solidFill>
                  <a:srgbClr val="4C6070"/>
                </a:solidFill>
                <a:latin typeface="Arial"/>
                <a:ea typeface="Arial"/>
                <a:cs typeface="Arial"/>
              </a:defRPr>
            </a:defPPr>
            <a:lvl1pPr>
              <a:defRPr sz="1575" b="0">
                <a:solidFill>
                  <a:srgbClr val="4C6070"/>
                </a:solidFill>
                <a:latin typeface="Arial"/>
                <a:ea typeface="Arial"/>
                <a:cs typeface="Arial"/>
              </a:defRPr>
            </a:lvl1pPr>
            <a:lvl2pPr>
              <a:defRPr sz="1575" b="0">
                <a:solidFill>
                  <a:srgbClr val="4C6070"/>
                </a:solidFill>
                <a:latin typeface="Arial"/>
                <a:ea typeface="Arial"/>
                <a:cs typeface="Arial"/>
              </a:defRPr>
            </a:lvl2pPr>
            <a:lvl3pPr>
              <a:defRPr sz="1575" b="0">
                <a:solidFill>
                  <a:srgbClr val="4C6070"/>
                </a:solidFill>
                <a:latin typeface="Arial"/>
                <a:ea typeface="Arial"/>
                <a:cs typeface="Arial"/>
              </a:defRPr>
            </a:lvl3pPr>
            <a:lvl4pPr>
              <a:defRPr sz="1575" b="0">
                <a:solidFill>
                  <a:srgbClr val="4C6070"/>
                </a:solidFill>
                <a:latin typeface="Arial"/>
                <a:ea typeface="Arial"/>
                <a:cs typeface="Arial"/>
              </a:defRPr>
            </a:lvl4pPr>
            <a:lvl5pPr>
              <a:defRPr sz="1575" b="0">
                <a:solidFill>
                  <a:srgbClr val="4C6070"/>
                </a:solidFill>
                <a:latin typeface="Arial"/>
                <a:ea typeface="Arial"/>
                <a:cs typeface="Arial"/>
              </a:defRPr>
            </a:lvl5pPr>
            <a:lvl6pPr>
              <a:defRPr sz="1575" b="0">
                <a:solidFill>
                  <a:srgbClr val="4C6070"/>
                </a:solidFill>
                <a:latin typeface="Arial"/>
                <a:ea typeface="Arial"/>
                <a:cs typeface="Arial"/>
              </a:defRPr>
            </a:lvl6pPr>
            <a:lvl7pPr>
              <a:defRPr sz="1575" b="0">
                <a:solidFill>
                  <a:srgbClr val="4C6070"/>
                </a:solidFill>
                <a:latin typeface="Arial"/>
                <a:ea typeface="Arial"/>
                <a:cs typeface="Arial"/>
              </a:defRPr>
            </a:lvl7pPr>
            <a:lvl8pPr>
              <a:defRPr sz="1575" b="0">
                <a:solidFill>
                  <a:srgbClr val="4C6070"/>
                </a:solidFill>
                <a:latin typeface="Arial"/>
                <a:ea typeface="Arial"/>
                <a:cs typeface="Arial"/>
              </a:defRPr>
            </a:lvl8pPr>
            <a:lvl9pPr>
              <a:defRPr sz="1575" b="0">
                <a:solidFill>
                  <a:srgbClr val="4C6070"/>
                </a:solidFill>
                <a:latin typeface="Arial"/>
                <a:ea typeface="Arial"/>
                <a:cs typeface="Arial"/>
              </a:defRPr>
            </a:lvl9pPr>
          </a:lstStyle>
          <a:p xmlns:a="http://schemas.openxmlformats.org/drawingml/2006/main">
            <a:pPr>
              <a:defRPr sz="1575" b="0">
                <a:solidFill>
                  <a:srgbClr val="4C6070"/>
                </a:solidFill>
                <a:latin typeface="Arial"/>
                <a:ea typeface="Arial"/>
                <a:cs typeface="Arial"/>
              </a:defRPr>
            </a:pPr>
            <a:r>
              <a:rPr sz="1575" b="0">
                <a:solidFill>
                  <a:srgbClr val="4C6070"/>
                </a:solidFill>
                <a:latin typeface="Arial"/>
                <a:ea typeface="Arial"/>
                <a:cs typeface="Arial"/>
              </a:rPr>
              <a:t>457 proxy-overlap exclusions; 28 duplicate exclusions.</a:t>
            </a:r>
          </a:p>
        </p:txBody>
      </p:sp>
      <p:sp>
        <p:nvSpPr>
          <p:cNvPr id="6" name="">
            <a:extLst xmlns:a="http://schemas.openxmlformats.org/drawingml/2006/main">
              <a:ext uri="{FF2B5EF4-FFF2-40B4-BE49-F238E27FC236}">
                <a16:creationId xmlns:a16="http://schemas.microsoft.com/office/drawing/2014/main" id="{A0D7936B-7568-42D1-8427-557CE260D95B}"/>
              </a:ext>
            </a:extLst>
          </p:cNvPr>
          <p:cNvSpPr>
            <a:spLocks xmlns:a="http://schemas.openxmlformats.org/drawingml/2006/main" noGrp="1"/>
          </p:cNvSpPr>
          <p:nvPr/>
        </p:nvSpPr>
        <p:spPr>
          <a:xfrm xmlns:a="http://schemas.openxmlformats.org/drawingml/2006/main">
            <a:off x="685800" y="5476875"/>
            <a:ext cx="1047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1">
                <a:solidFill>
                  <a:srgbClr val="132B40"/>
                </a:solidFill>
                <a:latin typeface="Arial"/>
                <a:ea typeface="Arial"/>
                <a:cs typeface="Arial"/>
              </a:defRPr>
            </a:defPPr>
            <a:lvl1pPr>
              <a:defRPr sz="1575" b="1">
                <a:solidFill>
                  <a:srgbClr val="132B40"/>
                </a:solidFill>
                <a:latin typeface="Arial"/>
                <a:ea typeface="Arial"/>
                <a:cs typeface="Arial"/>
              </a:defRPr>
            </a:lvl1pPr>
            <a:lvl2pPr>
              <a:defRPr sz="1575" b="1">
                <a:solidFill>
                  <a:srgbClr val="132B40"/>
                </a:solidFill>
                <a:latin typeface="Arial"/>
                <a:ea typeface="Arial"/>
                <a:cs typeface="Arial"/>
              </a:defRPr>
            </a:lvl2pPr>
            <a:lvl3pPr>
              <a:defRPr sz="1575" b="1">
                <a:solidFill>
                  <a:srgbClr val="132B40"/>
                </a:solidFill>
                <a:latin typeface="Arial"/>
                <a:ea typeface="Arial"/>
                <a:cs typeface="Arial"/>
              </a:defRPr>
            </a:lvl3pPr>
            <a:lvl4pPr>
              <a:defRPr sz="1575" b="1">
                <a:solidFill>
                  <a:srgbClr val="132B40"/>
                </a:solidFill>
                <a:latin typeface="Arial"/>
                <a:ea typeface="Arial"/>
                <a:cs typeface="Arial"/>
              </a:defRPr>
            </a:lvl4pPr>
            <a:lvl5pPr>
              <a:defRPr sz="1575" b="1">
                <a:solidFill>
                  <a:srgbClr val="132B40"/>
                </a:solidFill>
                <a:latin typeface="Arial"/>
                <a:ea typeface="Arial"/>
                <a:cs typeface="Arial"/>
              </a:defRPr>
            </a:lvl5pPr>
            <a:lvl6pPr>
              <a:defRPr sz="1575" b="1">
                <a:solidFill>
                  <a:srgbClr val="132B40"/>
                </a:solidFill>
                <a:latin typeface="Arial"/>
                <a:ea typeface="Arial"/>
                <a:cs typeface="Arial"/>
              </a:defRPr>
            </a:lvl6pPr>
            <a:lvl7pPr>
              <a:defRPr sz="1575" b="1">
                <a:solidFill>
                  <a:srgbClr val="132B40"/>
                </a:solidFill>
                <a:latin typeface="Arial"/>
                <a:ea typeface="Arial"/>
                <a:cs typeface="Arial"/>
              </a:defRPr>
            </a:lvl7pPr>
            <a:lvl8pPr>
              <a:defRPr sz="1575" b="1">
                <a:solidFill>
                  <a:srgbClr val="132B40"/>
                </a:solidFill>
                <a:latin typeface="Arial"/>
                <a:ea typeface="Arial"/>
                <a:cs typeface="Arial"/>
              </a:defRPr>
            </a:lvl8pPr>
            <a:lvl9pPr>
              <a:defRPr sz="1575" b="1">
                <a:solidFill>
                  <a:srgbClr val="132B40"/>
                </a:solidFill>
                <a:latin typeface="Arial"/>
                <a:ea typeface="Arial"/>
                <a:cs typeface="Arial"/>
              </a:defRPr>
            </a:lvl9pPr>
          </a:lstStyle>
          <a:p xmlns:a="http://schemas.openxmlformats.org/drawingml/2006/main">
            <a:pPr>
              <a:defRPr sz="1575" b="1">
                <a:solidFill>
                  <a:srgbClr val="132B40"/>
                </a:solidFill>
                <a:latin typeface="Arial"/>
                <a:ea typeface="Arial"/>
                <a:cs typeface="Arial"/>
              </a:defRPr>
            </a:pPr>
            <a:r>
              <a:rPr sz="1575" b="1">
                <a:solidFill>
                  <a:srgbClr val="132B40"/>
                </a:solidFill>
                <a:latin typeface="Arial"/>
                <a:ea typeface="Arial"/>
                <a:cs typeface="Arial"/>
              </a:rPr>
              <a:t>Development: 1,348 NORMAL / 3,405 PNEUMONIA • Test: 231 / 387</a:t>
            </a:r>
          </a:p>
        </p:txBody>
      </p:sp>
    </p:spTree>
    <p:extLst>
      <p:ext uri="{BB962C8B-B14F-4D97-AF65-F5344CB8AC3E}">
        <p14:creationId xmlns:p14="http://schemas.microsoft.com/office/powerpoint/2010/main" val="956193271"/>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D45A225-2955-4783-B514-A2DD852CD3E2}"/>
              </a:ext>
            </a:extLst>
          </p:cNvPr>
          <p:cNvSpPr>
            <a:spLocks xmlns:a="http://schemas.openxmlformats.org/drawingml/2006/main" noGrp="1"/>
          </p:cNvSpPr>
          <p:nvPr/>
        </p:nvSpPr>
        <p:spPr>
          <a:xfrm xmlns:a="http://schemas.openxmlformats.org/drawingml/2006/main">
            <a:off x="609600" y="43815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32B40"/>
                </a:solidFill>
                <a:latin typeface="Arial"/>
                <a:ea typeface="Arial"/>
                <a:cs typeface="Arial"/>
              </a:defRPr>
            </a:defPPr>
            <a:lvl1pPr>
              <a:defRPr sz="3225" b="1">
                <a:solidFill>
                  <a:srgbClr val="132B40"/>
                </a:solidFill>
                <a:latin typeface="Arial"/>
                <a:ea typeface="Arial"/>
                <a:cs typeface="Arial"/>
              </a:defRPr>
            </a:lvl1pPr>
            <a:lvl2pPr>
              <a:defRPr sz="3225" b="1">
                <a:solidFill>
                  <a:srgbClr val="132B40"/>
                </a:solidFill>
                <a:latin typeface="Arial"/>
                <a:ea typeface="Arial"/>
                <a:cs typeface="Arial"/>
              </a:defRPr>
            </a:lvl2pPr>
            <a:lvl3pPr>
              <a:defRPr sz="3225" b="1">
                <a:solidFill>
                  <a:srgbClr val="132B40"/>
                </a:solidFill>
                <a:latin typeface="Arial"/>
                <a:ea typeface="Arial"/>
                <a:cs typeface="Arial"/>
              </a:defRPr>
            </a:lvl3pPr>
            <a:lvl4pPr>
              <a:defRPr sz="3225" b="1">
                <a:solidFill>
                  <a:srgbClr val="132B40"/>
                </a:solidFill>
                <a:latin typeface="Arial"/>
                <a:ea typeface="Arial"/>
                <a:cs typeface="Arial"/>
              </a:defRPr>
            </a:lvl4pPr>
            <a:lvl5pPr>
              <a:defRPr sz="3225" b="1">
                <a:solidFill>
                  <a:srgbClr val="132B40"/>
                </a:solidFill>
                <a:latin typeface="Arial"/>
                <a:ea typeface="Arial"/>
                <a:cs typeface="Arial"/>
              </a:defRPr>
            </a:lvl5pPr>
            <a:lvl6pPr>
              <a:defRPr sz="3225" b="1">
                <a:solidFill>
                  <a:srgbClr val="132B40"/>
                </a:solidFill>
                <a:latin typeface="Arial"/>
                <a:ea typeface="Arial"/>
                <a:cs typeface="Arial"/>
              </a:defRPr>
            </a:lvl6pPr>
            <a:lvl7pPr>
              <a:defRPr sz="3225" b="1">
                <a:solidFill>
                  <a:srgbClr val="132B40"/>
                </a:solidFill>
                <a:latin typeface="Arial"/>
                <a:ea typeface="Arial"/>
                <a:cs typeface="Arial"/>
              </a:defRPr>
            </a:lvl7pPr>
            <a:lvl8pPr>
              <a:defRPr sz="3225" b="1">
                <a:solidFill>
                  <a:srgbClr val="132B40"/>
                </a:solidFill>
                <a:latin typeface="Arial"/>
                <a:ea typeface="Arial"/>
                <a:cs typeface="Arial"/>
              </a:defRPr>
            </a:lvl8pPr>
            <a:lvl9pPr>
              <a:defRPr sz="3225" b="1">
                <a:solidFill>
                  <a:srgbClr val="132B40"/>
                </a:solidFill>
                <a:latin typeface="Arial"/>
                <a:ea typeface="Arial"/>
                <a:cs typeface="Arial"/>
              </a:defRPr>
            </a:lvl9pPr>
          </a:lstStyle>
          <a:p xmlns:a="http://schemas.openxmlformats.org/drawingml/2006/main">
            <a:pPr>
              <a:defRPr sz="3225" b="1">
                <a:solidFill>
                  <a:srgbClr val="132B40"/>
                </a:solidFill>
                <a:latin typeface="Arial"/>
                <a:ea typeface="Arial"/>
                <a:cs typeface="Arial"/>
              </a:defRPr>
            </a:pPr>
            <a:r>
              <a:rPr sz="3225" b="1">
                <a:solidFill>
                  <a:srgbClr val="132B40"/>
                </a:solidFill>
                <a:latin typeface="Arial"/>
                <a:ea typeface="Arial"/>
                <a:cs typeface="Arial"/>
              </a:rPr>
              <a:t>Data audit &amp; workflow</a:t>
            </a:r>
          </a:p>
        </p:txBody>
      </p:sp>
      <p:sp>
        <p:nvSpPr>
          <p:cNvPr id="2" name="">
            <a:extLst xmlns:a="http://schemas.openxmlformats.org/drawingml/2006/main">
              <a:ext uri="{FF2B5EF4-FFF2-40B4-BE49-F238E27FC236}">
                <a16:creationId xmlns:a16="http://schemas.microsoft.com/office/drawing/2014/main" id="{AD2EFE89-99F2-41DA-AF32-D5E5F5D3EDA3}"/>
              </a:ext>
            </a:extLst>
          </p:cNvPr>
          <p:cNvSpPr>
            <a:spLocks xmlns:a="http://schemas.openxmlformats.org/drawingml/2006/main" noGrp="1"/>
          </p:cNvSpPr>
          <p:nvPr/>
        </p:nvSpPr>
        <p:spPr>
          <a:xfrm xmlns:a="http://schemas.openxmlformats.org/drawingml/2006/main">
            <a:off x="11144250" y="6353175"/>
            <a:ext cx="523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4C6070"/>
                </a:solidFill>
                <a:latin typeface="Arial"/>
                <a:ea typeface="Arial"/>
                <a:cs typeface="Arial"/>
              </a:defRPr>
            </a:defPPr>
            <a:lvl1pPr>
              <a:defRPr sz="1275" b="0">
                <a:solidFill>
                  <a:srgbClr val="4C6070"/>
                </a:solidFill>
                <a:latin typeface="Arial"/>
                <a:ea typeface="Arial"/>
                <a:cs typeface="Arial"/>
              </a:defRPr>
            </a:lvl1pPr>
            <a:lvl2pPr>
              <a:defRPr sz="1275" b="0">
                <a:solidFill>
                  <a:srgbClr val="4C6070"/>
                </a:solidFill>
                <a:latin typeface="Arial"/>
                <a:ea typeface="Arial"/>
                <a:cs typeface="Arial"/>
              </a:defRPr>
            </a:lvl2pPr>
            <a:lvl3pPr>
              <a:defRPr sz="1275" b="0">
                <a:solidFill>
                  <a:srgbClr val="4C6070"/>
                </a:solidFill>
                <a:latin typeface="Arial"/>
                <a:ea typeface="Arial"/>
                <a:cs typeface="Arial"/>
              </a:defRPr>
            </a:lvl3pPr>
            <a:lvl4pPr>
              <a:defRPr sz="1275" b="0">
                <a:solidFill>
                  <a:srgbClr val="4C6070"/>
                </a:solidFill>
                <a:latin typeface="Arial"/>
                <a:ea typeface="Arial"/>
                <a:cs typeface="Arial"/>
              </a:defRPr>
            </a:lvl4pPr>
            <a:lvl5pPr>
              <a:defRPr sz="1275" b="0">
                <a:solidFill>
                  <a:srgbClr val="4C6070"/>
                </a:solidFill>
                <a:latin typeface="Arial"/>
                <a:ea typeface="Arial"/>
                <a:cs typeface="Arial"/>
              </a:defRPr>
            </a:lvl5pPr>
            <a:lvl6pPr>
              <a:defRPr sz="1275" b="0">
                <a:solidFill>
                  <a:srgbClr val="4C6070"/>
                </a:solidFill>
                <a:latin typeface="Arial"/>
                <a:ea typeface="Arial"/>
                <a:cs typeface="Arial"/>
              </a:defRPr>
            </a:lvl6pPr>
            <a:lvl7pPr>
              <a:defRPr sz="1275" b="0">
                <a:solidFill>
                  <a:srgbClr val="4C6070"/>
                </a:solidFill>
                <a:latin typeface="Arial"/>
                <a:ea typeface="Arial"/>
                <a:cs typeface="Arial"/>
              </a:defRPr>
            </a:lvl7pPr>
            <a:lvl8pPr>
              <a:defRPr sz="1275" b="0">
                <a:solidFill>
                  <a:srgbClr val="4C6070"/>
                </a:solidFill>
                <a:latin typeface="Arial"/>
                <a:ea typeface="Arial"/>
                <a:cs typeface="Arial"/>
              </a:defRPr>
            </a:lvl8pPr>
            <a:lvl9pPr>
              <a:defRPr sz="1275" b="0">
                <a:solidFill>
                  <a:srgbClr val="4C6070"/>
                </a:solidFill>
                <a:latin typeface="Arial"/>
                <a:ea typeface="Arial"/>
                <a:cs typeface="Arial"/>
              </a:defRPr>
            </a:lvl9pPr>
          </a:lstStyle>
          <a:p xmlns:a="http://schemas.openxmlformats.org/drawingml/2006/main">
            <a:pPr>
              <a:defRPr sz="1275" b="0">
                <a:solidFill>
                  <a:srgbClr val="4C6070"/>
                </a:solidFill>
                <a:latin typeface="Arial"/>
                <a:ea typeface="Arial"/>
                <a:cs typeface="Arial"/>
              </a:defRPr>
            </a:pPr>
            <a:r>
              <a:rPr sz="1275" b="0">
                <a:solidFill>
                  <a:srgbClr val="4C6070"/>
                </a:solidFill>
                <a:latin typeface="Arial"/>
                <a:ea typeface="Arial"/>
                <a:cs typeface="Arial"/>
              </a:rPr>
              <a:t>05</a:t>
            </a:r>
          </a:p>
        </p:txBody>
      </p:sp>
      <p:sp>
        <p:nvSpPr>
          <p:cNvPr id="3" name="">
            <a:extLst xmlns:a="http://schemas.openxmlformats.org/drawingml/2006/main">
              <a:ext uri="{FF2B5EF4-FFF2-40B4-BE49-F238E27FC236}">
                <a16:creationId xmlns:a16="http://schemas.microsoft.com/office/drawing/2014/main" id="{72BD6C23-D76F-412C-80C0-3A53F3823D42}"/>
              </a:ext>
            </a:extLst>
          </p:cNvPr>
          <p:cNvSpPr>
            <a:spLocks xmlns:a="http://schemas.openxmlformats.org/drawingml/2006/main" noGrp="1"/>
          </p:cNvSpPr>
          <p:nvPr/>
        </p:nvSpPr>
        <p:spPr>
          <a:xfrm xmlns:a="http://schemas.openxmlformats.org/drawingml/2006/main">
            <a:off x="685800" y="1476375"/>
            <a:ext cx="105727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32B40"/>
                </a:solidFill>
                <a:latin typeface="Arial"/>
                <a:ea typeface="Arial"/>
                <a:cs typeface="Arial"/>
              </a:defRPr>
            </a:defPPr>
            <a:lvl1pPr>
              <a:defRPr sz="2100" b="0">
                <a:solidFill>
                  <a:srgbClr val="132B40"/>
                </a:solidFill>
                <a:latin typeface="Arial"/>
                <a:ea typeface="Arial"/>
                <a:cs typeface="Arial"/>
              </a:defRPr>
            </a:lvl1pPr>
            <a:lvl2pPr>
              <a:defRPr sz="2100" b="0">
                <a:solidFill>
                  <a:srgbClr val="132B40"/>
                </a:solidFill>
                <a:latin typeface="Arial"/>
                <a:ea typeface="Arial"/>
                <a:cs typeface="Arial"/>
              </a:defRPr>
            </a:lvl2pPr>
            <a:lvl3pPr>
              <a:defRPr sz="2100" b="0">
                <a:solidFill>
                  <a:srgbClr val="132B40"/>
                </a:solidFill>
                <a:latin typeface="Arial"/>
                <a:ea typeface="Arial"/>
                <a:cs typeface="Arial"/>
              </a:defRPr>
            </a:lvl3pPr>
            <a:lvl4pPr>
              <a:defRPr sz="2100" b="0">
                <a:solidFill>
                  <a:srgbClr val="132B40"/>
                </a:solidFill>
                <a:latin typeface="Arial"/>
                <a:ea typeface="Arial"/>
                <a:cs typeface="Arial"/>
              </a:defRPr>
            </a:lvl4pPr>
            <a:lvl5pPr>
              <a:defRPr sz="2100" b="0">
                <a:solidFill>
                  <a:srgbClr val="132B40"/>
                </a:solidFill>
                <a:latin typeface="Arial"/>
                <a:ea typeface="Arial"/>
                <a:cs typeface="Arial"/>
              </a:defRPr>
            </a:lvl5pPr>
            <a:lvl6pPr>
              <a:defRPr sz="2100" b="0">
                <a:solidFill>
                  <a:srgbClr val="132B40"/>
                </a:solidFill>
                <a:latin typeface="Arial"/>
                <a:ea typeface="Arial"/>
                <a:cs typeface="Arial"/>
              </a:defRPr>
            </a:lvl6pPr>
            <a:lvl7pPr>
              <a:defRPr sz="2100" b="0">
                <a:solidFill>
                  <a:srgbClr val="132B40"/>
                </a:solidFill>
                <a:latin typeface="Arial"/>
                <a:ea typeface="Arial"/>
                <a:cs typeface="Arial"/>
              </a:defRPr>
            </a:lvl7pPr>
            <a:lvl8pPr>
              <a:defRPr sz="2100" b="0">
                <a:solidFill>
                  <a:srgbClr val="132B40"/>
                </a:solidFill>
                <a:latin typeface="Arial"/>
                <a:ea typeface="Arial"/>
                <a:cs typeface="Arial"/>
              </a:defRPr>
            </a:lvl8pPr>
            <a:lvl9pPr>
              <a:defRPr sz="2100" b="0">
                <a:solidFill>
                  <a:srgbClr val="132B40"/>
                </a:solidFill>
                <a:latin typeface="Arial"/>
                <a:ea typeface="Arial"/>
                <a:cs typeface="Arial"/>
              </a:defRPr>
            </a:lvl9pPr>
          </a:lstStyle>
          <a:p xmlns:a="http://schemas.openxmlformats.org/drawingml/2006/main">
            <a:pPr>
              <a:defRPr sz="2100" b="0">
                <a:solidFill>
                  <a:srgbClr val="132B40"/>
                </a:solidFill>
                <a:latin typeface="Arial"/>
                <a:ea typeface="Arial"/>
                <a:cs typeface="Arial"/>
              </a:defRPr>
            </a:pPr>
            <a:r>
              <a:rPr sz="2100" b="0">
                <a:solidFill>
                  <a:srgbClr val="132B40"/>
                </a:solidFill>
                <a:latin typeface="Arial"/>
                <a:ea typeface="Arial"/>
                <a:cs typeface="Arial"/>
              </a:rPr>
              <a:t>Check readable images, labels, exact duplicates and proxy-group overlap.</a:t>
            </a:r>
          </a:p>
        </p:txBody>
      </p:sp>
      <p:sp>
        <p:nvSpPr>
          <p:cNvPr id="4" name="">
            <a:extLst xmlns:a="http://schemas.openxmlformats.org/drawingml/2006/main">
              <a:ext uri="{FF2B5EF4-FFF2-40B4-BE49-F238E27FC236}">
                <a16:creationId xmlns:a16="http://schemas.microsoft.com/office/drawing/2014/main" id="{32CFECDD-335C-45DF-A03D-7CCA4A86BF1C}"/>
              </a:ext>
            </a:extLst>
          </p:cNvPr>
          <p:cNvSpPr>
            <a:spLocks xmlns:a="http://schemas.openxmlformats.org/drawingml/2006/main" noGrp="1"/>
          </p:cNvSpPr>
          <p:nvPr/>
        </p:nvSpPr>
        <p:spPr>
          <a:xfrm xmlns:a="http://schemas.openxmlformats.org/drawingml/2006/main">
            <a:off x="685800" y="2343150"/>
            <a:ext cx="105727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32B40"/>
                </a:solidFill>
                <a:latin typeface="Arial"/>
                <a:ea typeface="Arial"/>
                <a:cs typeface="Arial"/>
              </a:defRPr>
            </a:defPPr>
            <a:lvl1pPr>
              <a:defRPr sz="2100" b="0">
                <a:solidFill>
                  <a:srgbClr val="132B40"/>
                </a:solidFill>
                <a:latin typeface="Arial"/>
                <a:ea typeface="Arial"/>
                <a:cs typeface="Arial"/>
              </a:defRPr>
            </a:lvl1pPr>
            <a:lvl2pPr>
              <a:defRPr sz="2100" b="0">
                <a:solidFill>
                  <a:srgbClr val="132B40"/>
                </a:solidFill>
                <a:latin typeface="Arial"/>
                <a:ea typeface="Arial"/>
                <a:cs typeface="Arial"/>
              </a:defRPr>
            </a:lvl2pPr>
            <a:lvl3pPr>
              <a:defRPr sz="2100" b="0">
                <a:solidFill>
                  <a:srgbClr val="132B40"/>
                </a:solidFill>
                <a:latin typeface="Arial"/>
                <a:ea typeface="Arial"/>
                <a:cs typeface="Arial"/>
              </a:defRPr>
            </a:lvl3pPr>
            <a:lvl4pPr>
              <a:defRPr sz="2100" b="0">
                <a:solidFill>
                  <a:srgbClr val="132B40"/>
                </a:solidFill>
                <a:latin typeface="Arial"/>
                <a:ea typeface="Arial"/>
                <a:cs typeface="Arial"/>
              </a:defRPr>
            </a:lvl4pPr>
            <a:lvl5pPr>
              <a:defRPr sz="2100" b="0">
                <a:solidFill>
                  <a:srgbClr val="132B40"/>
                </a:solidFill>
                <a:latin typeface="Arial"/>
                <a:ea typeface="Arial"/>
                <a:cs typeface="Arial"/>
              </a:defRPr>
            </a:lvl5pPr>
            <a:lvl6pPr>
              <a:defRPr sz="2100" b="0">
                <a:solidFill>
                  <a:srgbClr val="132B40"/>
                </a:solidFill>
                <a:latin typeface="Arial"/>
                <a:ea typeface="Arial"/>
                <a:cs typeface="Arial"/>
              </a:defRPr>
            </a:lvl6pPr>
            <a:lvl7pPr>
              <a:defRPr sz="2100" b="0">
                <a:solidFill>
                  <a:srgbClr val="132B40"/>
                </a:solidFill>
                <a:latin typeface="Arial"/>
                <a:ea typeface="Arial"/>
                <a:cs typeface="Arial"/>
              </a:defRPr>
            </a:lvl7pPr>
            <a:lvl8pPr>
              <a:defRPr sz="2100" b="0">
                <a:solidFill>
                  <a:srgbClr val="132B40"/>
                </a:solidFill>
                <a:latin typeface="Arial"/>
                <a:ea typeface="Arial"/>
                <a:cs typeface="Arial"/>
              </a:defRPr>
            </a:lvl8pPr>
            <a:lvl9pPr>
              <a:defRPr sz="2100" b="0">
                <a:solidFill>
                  <a:srgbClr val="132B40"/>
                </a:solidFill>
                <a:latin typeface="Arial"/>
                <a:ea typeface="Arial"/>
                <a:cs typeface="Arial"/>
              </a:defRPr>
            </a:lvl9pPr>
          </a:lstStyle>
          <a:p xmlns:a="http://schemas.openxmlformats.org/drawingml/2006/main">
            <a:pPr>
              <a:defRPr sz="2100" b="0">
                <a:solidFill>
                  <a:srgbClr val="132B40"/>
                </a:solidFill>
                <a:latin typeface="Arial"/>
                <a:ea typeface="Arial"/>
                <a:cs typeface="Arial"/>
              </a:defRPr>
            </a:pPr>
            <a:r>
              <a:rPr sz="2100" b="0">
                <a:solidFill>
                  <a:srgbClr val="132B40"/>
                </a:solidFill>
                <a:latin typeface="Arial"/>
                <a:ea typeface="Arial"/>
                <a:cs typeface="Arial"/>
              </a:rPr>
              <a:t>Keep test-linked development groups out; remove additional duplicates.</a:t>
            </a:r>
          </a:p>
        </p:txBody>
      </p:sp>
      <p:sp>
        <p:nvSpPr>
          <p:cNvPr id="5" name="">
            <a:extLst xmlns:a="http://schemas.openxmlformats.org/drawingml/2006/main">
              <a:ext uri="{FF2B5EF4-FFF2-40B4-BE49-F238E27FC236}">
                <a16:creationId xmlns:a16="http://schemas.microsoft.com/office/drawing/2014/main" id="{FC30885B-717A-4CBB-9FF1-C4841E1E1962}"/>
              </a:ext>
            </a:extLst>
          </p:cNvPr>
          <p:cNvSpPr>
            <a:spLocks xmlns:a="http://schemas.openxmlformats.org/drawingml/2006/main" noGrp="1"/>
          </p:cNvSpPr>
          <p:nvPr/>
        </p:nvSpPr>
        <p:spPr>
          <a:xfrm xmlns:a="http://schemas.openxmlformats.org/drawingml/2006/main">
            <a:off x="685800" y="3209925"/>
            <a:ext cx="105727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32B40"/>
                </a:solidFill>
                <a:latin typeface="Arial"/>
                <a:ea typeface="Arial"/>
                <a:cs typeface="Arial"/>
              </a:defRPr>
            </a:defPPr>
            <a:lvl1pPr>
              <a:defRPr sz="2100" b="0">
                <a:solidFill>
                  <a:srgbClr val="132B40"/>
                </a:solidFill>
                <a:latin typeface="Arial"/>
                <a:ea typeface="Arial"/>
                <a:cs typeface="Arial"/>
              </a:defRPr>
            </a:lvl1pPr>
            <a:lvl2pPr>
              <a:defRPr sz="2100" b="0">
                <a:solidFill>
                  <a:srgbClr val="132B40"/>
                </a:solidFill>
                <a:latin typeface="Arial"/>
                <a:ea typeface="Arial"/>
                <a:cs typeface="Arial"/>
              </a:defRPr>
            </a:lvl2pPr>
            <a:lvl3pPr>
              <a:defRPr sz="2100" b="0">
                <a:solidFill>
                  <a:srgbClr val="132B40"/>
                </a:solidFill>
                <a:latin typeface="Arial"/>
                <a:ea typeface="Arial"/>
                <a:cs typeface="Arial"/>
              </a:defRPr>
            </a:lvl3pPr>
            <a:lvl4pPr>
              <a:defRPr sz="2100" b="0">
                <a:solidFill>
                  <a:srgbClr val="132B40"/>
                </a:solidFill>
                <a:latin typeface="Arial"/>
                <a:ea typeface="Arial"/>
                <a:cs typeface="Arial"/>
              </a:defRPr>
            </a:lvl4pPr>
            <a:lvl5pPr>
              <a:defRPr sz="2100" b="0">
                <a:solidFill>
                  <a:srgbClr val="132B40"/>
                </a:solidFill>
                <a:latin typeface="Arial"/>
                <a:ea typeface="Arial"/>
                <a:cs typeface="Arial"/>
              </a:defRPr>
            </a:lvl5pPr>
            <a:lvl6pPr>
              <a:defRPr sz="2100" b="0">
                <a:solidFill>
                  <a:srgbClr val="132B40"/>
                </a:solidFill>
                <a:latin typeface="Arial"/>
                <a:ea typeface="Arial"/>
                <a:cs typeface="Arial"/>
              </a:defRPr>
            </a:lvl6pPr>
            <a:lvl7pPr>
              <a:defRPr sz="2100" b="0">
                <a:solidFill>
                  <a:srgbClr val="132B40"/>
                </a:solidFill>
                <a:latin typeface="Arial"/>
                <a:ea typeface="Arial"/>
                <a:cs typeface="Arial"/>
              </a:defRPr>
            </a:lvl7pPr>
            <a:lvl8pPr>
              <a:defRPr sz="2100" b="0">
                <a:solidFill>
                  <a:srgbClr val="132B40"/>
                </a:solidFill>
                <a:latin typeface="Arial"/>
                <a:ea typeface="Arial"/>
                <a:cs typeface="Arial"/>
              </a:defRPr>
            </a:lvl8pPr>
            <a:lvl9pPr>
              <a:defRPr sz="2100" b="0">
                <a:solidFill>
                  <a:srgbClr val="132B40"/>
                </a:solidFill>
                <a:latin typeface="Arial"/>
                <a:ea typeface="Arial"/>
                <a:cs typeface="Arial"/>
              </a:defRPr>
            </a:lvl9pPr>
          </a:lstStyle>
          <a:p xmlns:a="http://schemas.openxmlformats.org/drawingml/2006/main">
            <a:pPr>
              <a:defRPr sz="2100" b="0">
                <a:solidFill>
                  <a:srgbClr val="132B40"/>
                </a:solidFill>
                <a:latin typeface="Arial"/>
                <a:ea typeface="Arial"/>
                <a:cs typeface="Arial"/>
              </a:defRPr>
            </a:pPr>
            <a:r>
              <a:rPr sz="2100" b="0">
                <a:solidFill>
                  <a:srgbClr val="132B40"/>
                </a:solidFill>
                <a:latin typeface="Arial"/>
                <a:ea typeface="Arial"/>
                <a:cs typeface="Arial"/>
              </a:rPr>
              <a:t>Explore images, extract fixed features and compare four model candidates.</a:t>
            </a:r>
          </a:p>
        </p:txBody>
      </p:sp>
      <p:sp>
        <p:nvSpPr>
          <p:cNvPr id="6" name="">
            <a:extLst xmlns:a="http://schemas.openxmlformats.org/drawingml/2006/main">
              <a:ext uri="{FF2B5EF4-FFF2-40B4-BE49-F238E27FC236}">
                <a16:creationId xmlns:a16="http://schemas.microsoft.com/office/drawing/2014/main" id="{2314A4E6-D825-434F-A0E6-79350C0E0478}"/>
              </a:ext>
            </a:extLst>
          </p:cNvPr>
          <p:cNvSpPr>
            <a:spLocks xmlns:a="http://schemas.openxmlformats.org/drawingml/2006/main" noGrp="1"/>
          </p:cNvSpPr>
          <p:nvPr/>
        </p:nvSpPr>
        <p:spPr>
          <a:xfrm xmlns:a="http://schemas.openxmlformats.org/drawingml/2006/main">
            <a:off x="685800" y="4076700"/>
            <a:ext cx="105727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32B40"/>
                </a:solidFill>
                <a:latin typeface="Arial"/>
                <a:ea typeface="Arial"/>
                <a:cs typeface="Arial"/>
              </a:defRPr>
            </a:defPPr>
            <a:lvl1pPr>
              <a:defRPr sz="2100" b="0">
                <a:solidFill>
                  <a:srgbClr val="132B40"/>
                </a:solidFill>
                <a:latin typeface="Arial"/>
                <a:ea typeface="Arial"/>
                <a:cs typeface="Arial"/>
              </a:defRPr>
            </a:lvl1pPr>
            <a:lvl2pPr>
              <a:defRPr sz="2100" b="0">
                <a:solidFill>
                  <a:srgbClr val="132B40"/>
                </a:solidFill>
                <a:latin typeface="Arial"/>
                <a:ea typeface="Arial"/>
                <a:cs typeface="Arial"/>
              </a:defRPr>
            </a:lvl2pPr>
            <a:lvl3pPr>
              <a:defRPr sz="2100" b="0">
                <a:solidFill>
                  <a:srgbClr val="132B40"/>
                </a:solidFill>
                <a:latin typeface="Arial"/>
                <a:ea typeface="Arial"/>
                <a:cs typeface="Arial"/>
              </a:defRPr>
            </a:lvl3pPr>
            <a:lvl4pPr>
              <a:defRPr sz="2100" b="0">
                <a:solidFill>
                  <a:srgbClr val="132B40"/>
                </a:solidFill>
                <a:latin typeface="Arial"/>
                <a:ea typeface="Arial"/>
                <a:cs typeface="Arial"/>
              </a:defRPr>
            </a:lvl4pPr>
            <a:lvl5pPr>
              <a:defRPr sz="2100" b="0">
                <a:solidFill>
                  <a:srgbClr val="132B40"/>
                </a:solidFill>
                <a:latin typeface="Arial"/>
                <a:ea typeface="Arial"/>
                <a:cs typeface="Arial"/>
              </a:defRPr>
            </a:lvl5pPr>
            <a:lvl6pPr>
              <a:defRPr sz="2100" b="0">
                <a:solidFill>
                  <a:srgbClr val="132B40"/>
                </a:solidFill>
                <a:latin typeface="Arial"/>
                <a:ea typeface="Arial"/>
                <a:cs typeface="Arial"/>
              </a:defRPr>
            </a:lvl6pPr>
            <a:lvl7pPr>
              <a:defRPr sz="2100" b="0">
                <a:solidFill>
                  <a:srgbClr val="132B40"/>
                </a:solidFill>
                <a:latin typeface="Arial"/>
                <a:ea typeface="Arial"/>
                <a:cs typeface="Arial"/>
              </a:defRPr>
            </a:lvl7pPr>
            <a:lvl8pPr>
              <a:defRPr sz="2100" b="0">
                <a:solidFill>
                  <a:srgbClr val="132B40"/>
                </a:solidFill>
                <a:latin typeface="Arial"/>
                <a:ea typeface="Arial"/>
                <a:cs typeface="Arial"/>
              </a:defRPr>
            </a:lvl8pPr>
            <a:lvl9pPr>
              <a:defRPr sz="2100" b="0">
                <a:solidFill>
                  <a:srgbClr val="132B40"/>
                </a:solidFill>
                <a:latin typeface="Arial"/>
                <a:ea typeface="Arial"/>
                <a:cs typeface="Arial"/>
              </a:defRPr>
            </a:lvl9pPr>
          </a:lstStyle>
          <a:p xmlns:a="http://schemas.openxmlformats.org/drawingml/2006/main">
            <a:pPr>
              <a:defRPr sz="2100" b="0">
                <a:solidFill>
                  <a:srgbClr val="132B40"/>
                </a:solidFill>
                <a:latin typeface="Arial"/>
                <a:ea typeface="Arial"/>
                <a:cs typeface="Arial"/>
              </a:defRPr>
            </a:pPr>
            <a:r>
              <a:rPr sz="2100" b="0">
                <a:solidFill>
                  <a:srgbClr val="132B40"/>
                </a:solidFill>
                <a:latin typeface="Arial"/>
                <a:ea typeface="Arial"/>
                <a:cs typeface="Arial"/>
              </a:rPr>
              <a:t>Use grouped folds for selection, refit on development, then test once.</a:t>
            </a:r>
          </a:p>
        </p:txBody>
      </p:sp>
      <p:sp>
        <p:nvSpPr>
          <p:cNvPr id="7" name="">
            <a:extLst xmlns:a="http://schemas.openxmlformats.org/drawingml/2006/main">
              <a:ext uri="{FF2B5EF4-FFF2-40B4-BE49-F238E27FC236}">
                <a16:creationId xmlns:a16="http://schemas.microsoft.com/office/drawing/2014/main" id="{55C363F8-C326-4561-AFEA-186BA11C039C}"/>
              </a:ext>
            </a:extLst>
          </p:cNvPr>
          <p:cNvSpPr>
            <a:spLocks xmlns:a="http://schemas.openxmlformats.org/drawingml/2006/main" noGrp="1"/>
          </p:cNvSpPr>
          <p:nvPr/>
        </p:nvSpPr>
        <p:spPr>
          <a:xfrm xmlns:a="http://schemas.openxmlformats.org/drawingml/2006/main">
            <a:off x="685800" y="528637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087F8C"/>
                </a:solidFill>
                <a:latin typeface="Arial"/>
                <a:ea typeface="Arial"/>
                <a:cs typeface="Arial"/>
              </a:defRPr>
            </a:defPPr>
            <a:lvl1pPr>
              <a:defRPr sz="1800" b="1">
                <a:solidFill>
                  <a:srgbClr val="087F8C"/>
                </a:solidFill>
                <a:latin typeface="Arial"/>
                <a:ea typeface="Arial"/>
                <a:cs typeface="Arial"/>
              </a:defRPr>
            </a:lvl1pPr>
            <a:lvl2pPr>
              <a:defRPr sz="1800" b="1">
                <a:solidFill>
                  <a:srgbClr val="087F8C"/>
                </a:solidFill>
                <a:latin typeface="Arial"/>
                <a:ea typeface="Arial"/>
                <a:cs typeface="Arial"/>
              </a:defRPr>
            </a:lvl2pPr>
            <a:lvl3pPr>
              <a:defRPr sz="1800" b="1">
                <a:solidFill>
                  <a:srgbClr val="087F8C"/>
                </a:solidFill>
                <a:latin typeface="Arial"/>
                <a:ea typeface="Arial"/>
                <a:cs typeface="Arial"/>
              </a:defRPr>
            </a:lvl3pPr>
            <a:lvl4pPr>
              <a:defRPr sz="1800" b="1">
                <a:solidFill>
                  <a:srgbClr val="087F8C"/>
                </a:solidFill>
                <a:latin typeface="Arial"/>
                <a:ea typeface="Arial"/>
                <a:cs typeface="Arial"/>
              </a:defRPr>
            </a:lvl4pPr>
            <a:lvl5pPr>
              <a:defRPr sz="1800" b="1">
                <a:solidFill>
                  <a:srgbClr val="087F8C"/>
                </a:solidFill>
                <a:latin typeface="Arial"/>
                <a:ea typeface="Arial"/>
                <a:cs typeface="Arial"/>
              </a:defRPr>
            </a:lvl5pPr>
            <a:lvl6pPr>
              <a:defRPr sz="1800" b="1">
                <a:solidFill>
                  <a:srgbClr val="087F8C"/>
                </a:solidFill>
                <a:latin typeface="Arial"/>
                <a:ea typeface="Arial"/>
                <a:cs typeface="Arial"/>
              </a:defRPr>
            </a:lvl6pPr>
            <a:lvl7pPr>
              <a:defRPr sz="1800" b="1">
                <a:solidFill>
                  <a:srgbClr val="087F8C"/>
                </a:solidFill>
                <a:latin typeface="Arial"/>
                <a:ea typeface="Arial"/>
                <a:cs typeface="Arial"/>
              </a:defRPr>
            </a:lvl7pPr>
            <a:lvl8pPr>
              <a:defRPr sz="1800" b="1">
                <a:solidFill>
                  <a:srgbClr val="087F8C"/>
                </a:solidFill>
                <a:latin typeface="Arial"/>
                <a:ea typeface="Arial"/>
                <a:cs typeface="Arial"/>
              </a:defRPr>
            </a:lvl8pPr>
            <a:lvl9pPr>
              <a:defRPr sz="1800" b="1">
                <a:solidFill>
                  <a:srgbClr val="087F8C"/>
                </a:solidFill>
                <a:latin typeface="Arial"/>
                <a:ea typeface="Arial"/>
                <a:cs typeface="Arial"/>
              </a:defRPr>
            </a:lvl9pPr>
          </a:lstStyle>
          <a:p xmlns:a="http://schemas.openxmlformats.org/drawingml/2006/main">
            <a:pPr>
              <a:defRPr sz="1800" b="1">
                <a:solidFill>
                  <a:srgbClr val="087F8C"/>
                </a:solidFill>
                <a:latin typeface="Arial"/>
                <a:ea typeface="Arial"/>
                <a:cs typeface="Arial"/>
              </a:defRPr>
            </a:pPr>
            <a:r>
              <a:rPr sz="1800" b="1">
                <a:solidFill>
                  <a:srgbClr val="087F8C"/>
                </a:solidFill>
                <a:latin typeface="Arial"/>
                <a:ea typeface="Arial"/>
                <a:cs typeface="Arial"/>
              </a:rPr>
              <a:t>No test outcome is used to pick features, model, regularization or threshold.</a:t>
            </a:r>
          </a:p>
        </p:txBody>
      </p:sp>
    </p:spTree>
    <p:extLst>
      <p:ext uri="{BB962C8B-B14F-4D97-AF65-F5344CB8AC3E}">
        <p14:creationId xmlns:p14="http://schemas.microsoft.com/office/powerpoint/2010/main" val="1912228421"/>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77CBF451-6016-45CA-A659-EED7EBF327F7}"/>
              </a:ext>
            </a:extLst>
          </p:cNvPr>
          <p:cNvSpPr>
            <a:spLocks xmlns:a="http://schemas.openxmlformats.org/drawingml/2006/main" noGrp="1"/>
          </p:cNvSpPr>
          <p:nvPr/>
        </p:nvSpPr>
        <p:spPr>
          <a:xfrm xmlns:a="http://schemas.openxmlformats.org/drawingml/2006/main">
            <a:off x="609600" y="43815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32B40"/>
                </a:solidFill>
                <a:latin typeface="Arial"/>
                <a:ea typeface="Arial"/>
                <a:cs typeface="Arial"/>
              </a:defRPr>
            </a:defPPr>
            <a:lvl1pPr>
              <a:defRPr sz="3225" b="1">
                <a:solidFill>
                  <a:srgbClr val="132B40"/>
                </a:solidFill>
                <a:latin typeface="Arial"/>
                <a:ea typeface="Arial"/>
                <a:cs typeface="Arial"/>
              </a:defRPr>
            </a:lvl1pPr>
            <a:lvl2pPr>
              <a:defRPr sz="3225" b="1">
                <a:solidFill>
                  <a:srgbClr val="132B40"/>
                </a:solidFill>
                <a:latin typeface="Arial"/>
                <a:ea typeface="Arial"/>
                <a:cs typeface="Arial"/>
              </a:defRPr>
            </a:lvl2pPr>
            <a:lvl3pPr>
              <a:defRPr sz="3225" b="1">
                <a:solidFill>
                  <a:srgbClr val="132B40"/>
                </a:solidFill>
                <a:latin typeface="Arial"/>
                <a:ea typeface="Arial"/>
                <a:cs typeface="Arial"/>
              </a:defRPr>
            </a:lvl3pPr>
            <a:lvl4pPr>
              <a:defRPr sz="3225" b="1">
                <a:solidFill>
                  <a:srgbClr val="132B40"/>
                </a:solidFill>
                <a:latin typeface="Arial"/>
                <a:ea typeface="Arial"/>
                <a:cs typeface="Arial"/>
              </a:defRPr>
            </a:lvl4pPr>
            <a:lvl5pPr>
              <a:defRPr sz="3225" b="1">
                <a:solidFill>
                  <a:srgbClr val="132B40"/>
                </a:solidFill>
                <a:latin typeface="Arial"/>
                <a:ea typeface="Arial"/>
                <a:cs typeface="Arial"/>
              </a:defRPr>
            </a:lvl5pPr>
            <a:lvl6pPr>
              <a:defRPr sz="3225" b="1">
                <a:solidFill>
                  <a:srgbClr val="132B40"/>
                </a:solidFill>
                <a:latin typeface="Arial"/>
                <a:ea typeface="Arial"/>
                <a:cs typeface="Arial"/>
              </a:defRPr>
            </a:lvl6pPr>
            <a:lvl7pPr>
              <a:defRPr sz="3225" b="1">
                <a:solidFill>
                  <a:srgbClr val="132B40"/>
                </a:solidFill>
                <a:latin typeface="Arial"/>
                <a:ea typeface="Arial"/>
                <a:cs typeface="Arial"/>
              </a:defRPr>
            </a:lvl7pPr>
            <a:lvl8pPr>
              <a:defRPr sz="3225" b="1">
                <a:solidFill>
                  <a:srgbClr val="132B40"/>
                </a:solidFill>
                <a:latin typeface="Arial"/>
                <a:ea typeface="Arial"/>
                <a:cs typeface="Arial"/>
              </a:defRPr>
            </a:lvl8pPr>
            <a:lvl9pPr>
              <a:defRPr sz="3225" b="1">
                <a:solidFill>
                  <a:srgbClr val="132B40"/>
                </a:solidFill>
                <a:latin typeface="Arial"/>
                <a:ea typeface="Arial"/>
                <a:cs typeface="Arial"/>
              </a:defRPr>
            </a:lvl9pPr>
          </a:lstStyle>
          <a:p xmlns:a="http://schemas.openxmlformats.org/drawingml/2006/main">
            <a:pPr>
              <a:defRPr sz="3225" b="1">
                <a:solidFill>
                  <a:srgbClr val="132B40"/>
                </a:solidFill>
                <a:latin typeface="Arial"/>
                <a:ea typeface="Arial"/>
                <a:cs typeface="Arial"/>
              </a:defRPr>
            </a:pPr>
            <a:r>
              <a:rPr sz="3225" b="1">
                <a:solidFill>
                  <a:srgbClr val="132B40"/>
                </a:solidFill>
                <a:latin typeface="Arial"/>
                <a:ea typeface="Arial"/>
                <a:cs typeface="Arial"/>
              </a:rPr>
              <a:t>EDA: image sizes &amp; class balance</a:t>
            </a:r>
          </a:p>
        </p:txBody>
      </p:sp>
      <p:sp>
        <p:nvSpPr>
          <p:cNvPr id="2" name="">
            <a:extLst xmlns:a="http://schemas.openxmlformats.org/drawingml/2006/main">
              <a:ext uri="{FF2B5EF4-FFF2-40B4-BE49-F238E27FC236}">
                <a16:creationId xmlns:a16="http://schemas.microsoft.com/office/drawing/2014/main" id="{2DA82175-3850-4E8C-8336-1D16A57BBA22}"/>
              </a:ext>
            </a:extLst>
          </p:cNvPr>
          <p:cNvSpPr>
            <a:spLocks xmlns:a="http://schemas.openxmlformats.org/drawingml/2006/main" noGrp="1"/>
          </p:cNvSpPr>
          <p:nvPr/>
        </p:nvSpPr>
        <p:spPr>
          <a:xfrm xmlns:a="http://schemas.openxmlformats.org/drawingml/2006/main">
            <a:off x="11144250" y="6353175"/>
            <a:ext cx="523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4C6070"/>
                </a:solidFill>
                <a:latin typeface="Arial"/>
                <a:ea typeface="Arial"/>
                <a:cs typeface="Arial"/>
              </a:defRPr>
            </a:defPPr>
            <a:lvl1pPr>
              <a:defRPr sz="1275" b="0">
                <a:solidFill>
                  <a:srgbClr val="4C6070"/>
                </a:solidFill>
                <a:latin typeface="Arial"/>
                <a:ea typeface="Arial"/>
                <a:cs typeface="Arial"/>
              </a:defRPr>
            </a:lvl1pPr>
            <a:lvl2pPr>
              <a:defRPr sz="1275" b="0">
                <a:solidFill>
                  <a:srgbClr val="4C6070"/>
                </a:solidFill>
                <a:latin typeface="Arial"/>
                <a:ea typeface="Arial"/>
                <a:cs typeface="Arial"/>
              </a:defRPr>
            </a:lvl2pPr>
            <a:lvl3pPr>
              <a:defRPr sz="1275" b="0">
                <a:solidFill>
                  <a:srgbClr val="4C6070"/>
                </a:solidFill>
                <a:latin typeface="Arial"/>
                <a:ea typeface="Arial"/>
                <a:cs typeface="Arial"/>
              </a:defRPr>
            </a:lvl3pPr>
            <a:lvl4pPr>
              <a:defRPr sz="1275" b="0">
                <a:solidFill>
                  <a:srgbClr val="4C6070"/>
                </a:solidFill>
                <a:latin typeface="Arial"/>
                <a:ea typeface="Arial"/>
                <a:cs typeface="Arial"/>
              </a:defRPr>
            </a:lvl4pPr>
            <a:lvl5pPr>
              <a:defRPr sz="1275" b="0">
                <a:solidFill>
                  <a:srgbClr val="4C6070"/>
                </a:solidFill>
                <a:latin typeface="Arial"/>
                <a:ea typeface="Arial"/>
                <a:cs typeface="Arial"/>
              </a:defRPr>
            </a:lvl5pPr>
            <a:lvl6pPr>
              <a:defRPr sz="1275" b="0">
                <a:solidFill>
                  <a:srgbClr val="4C6070"/>
                </a:solidFill>
                <a:latin typeface="Arial"/>
                <a:ea typeface="Arial"/>
                <a:cs typeface="Arial"/>
              </a:defRPr>
            </a:lvl6pPr>
            <a:lvl7pPr>
              <a:defRPr sz="1275" b="0">
                <a:solidFill>
                  <a:srgbClr val="4C6070"/>
                </a:solidFill>
                <a:latin typeface="Arial"/>
                <a:ea typeface="Arial"/>
                <a:cs typeface="Arial"/>
              </a:defRPr>
            </a:lvl7pPr>
            <a:lvl8pPr>
              <a:defRPr sz="1275" b="0">
                <a:solidFill>
                  <a:srgbClr val="4C6070"/>
                </a:solidFill>
                <a:latin typeface="Arial"/>
                <a:ea typeface="Arial"/>
                <a:cs typeface="Arial"/>
              </a:defRPr>
            </a:lvl8pPr>
            <a:lvl9pPr>
              <a:defRPr sz="1275" b="0">
                <a:solidFill>
                  <a:srgbClr val="4C6070"/>
                </a:solidFill>
                <a:latin typeface="Arial"/>
                <a:ea typeface="Arial"/>
                <a:cs typeface="Arial"/>
              </a:defRPr>
            </a:lvl9pPr>
          </a:lstStyle>
          <a:p xmlns:a="http://schemas.openxmlformats.org/drawingml/2006/main">
            <a:pPr>
              <a:defRPr sz="1275" b="0">
                <a:solidFill>
                  <a:srgbClr val="4C6070"/>
                </a:solidFill>
                <a:latin typeface="Arial"/>
                <a:ea typeface="Arial"/>
                <a:cs typeface="Arial"/>
              </a:defRPr>
            </a:pPr>
            <a:r>
              <a:rPr sz="1275" b="0">
                <a:solidFill>
                  <a:srgbClr val="4C6070"/>
                </a:solidFill>
                <a:latin typeface="Arial"/>
                <a:ea typeface="Arial"/>
                <a:cs typeface="Arial"/>
              </a:rPr>
              <a:t>06</a:t>
            </a:r>
          </a:p>
        </p:txBody>
      </p:sp>
      <p:pic>
        <p:nvPicPr>
          <p:cNvPr id="3" name="">
            <a:extLst xmlns:a="http://schemas.openxmlformats.org/drawingml/2006/main">
              <a:ext uri="{FF2B5EF4-FFF2-40B4-BE49-F238E27FC236}">
                <a16:creationId xmlns:a16="http://schemas.microsoft.com/office/drawing/2014/main" id="{5D0FCFF7-EDC2-4B27-A299-E9D7C2706EE8}"/>
              </a:ext>
            </a:extLst>
          </p:cNvPr>
          <p:cNvPicPr>
            <a:picLocks xmlns:a="http://schemas.openxmlformats.org/drawingml/2006/main" noChangeAspect="1"/>
          </p:cNvPicPr>
          <p:nvPr/>
        </p:nvPicPr>
        <p:blipFill>
          <a:blip xmlns:r="http://schemas.openxmlformats.org/officeDocument/2006/relationships" xmlns:a="http://schemas.openxmlformats.org/drawingml/2006/main" r:embed="R1febeab223f34a3a"/>
          <a:stretch xmlns:a="http://schemas.openxmlformats.org/drawingml/2006/main"/>
        </p:blipFill>
        <p:spPr>
          <a:xfrm xmlns:a="http://schemas.openxmlformats.org/drawingml/2006/main">
            <a:off x="1029579" y="1476375"/>
            <a:ext cx="10075693" cy="366712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6B8270E8-6F07-4C87-9CB6-41C2330FE742}"/>
              </a:ext>
            </a:extLst>
          </p:cNvPr>
          <p:cNvSpPr>
            <a:spLocks xmlns:a="http://schemas.openxmlformats.org/drawingml/2006/main" noGrp="1"/>
          </p:cNvSpPr>
          <p:nvPr/>
        </p:nvSpPr>
        <p:spPr>
          <a:xfrm xmlns:a="http://schemas.openxmlformats.org/drawingml/2006/main">
            <a:off x="685800" y="5524500"/>
            <a:ext cx="1047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4C6070"/>
                </a:solidFill>
                <a:latin typeface="Arial"/>
                <a:ea typeface="Arial"/>
                <a:cs typeface="Arial"/>
              </a:defRPr>
            </a:defPPr>
            <a:lvl1pPr>
              <a:defRPr sz="1650" b="0">
                <a:solidFill>
                  <a:srgbClr val="4C6070"/>
                </a:solidFill>
                <a:latin typeface="Arial"/>
                <a:ea typeface="Arial"/>
                <a:cs typeface="Arial"/>
              </a:defRPr>
            </a:lvl1pPr>
            <a:lvl2pPr>
              <a:defRPr sz="1650" b="0">
                <a:solidFill>
                  <a:srgbClr val="4C6070"/>
                </a:solidFill>
                <a:latin typeface="Arial"/>
                <a:ea typeface="Arial"/>
                <a:cs typeface="Arial"/>
              </a:defRPr>
            </a:lvl2pPr>
            <a:lvl3pPr>
              <a:defRPr sz="1650" b="0">
                <a:solidFill>
                  <a:srgbClr val="4C6070"/>
                </a:solidFill>
                <a:latin typeface="Arial"/>
                <a:ea typeface="Arial"/>
                <a:cs typeface="Arial"/>
              </a:defRPr>
            </a:lvl3pPr>
            <a:lvl4pPr>
              <a:defRPr sz="1650" b="0">
                <a:solidFill>
                  <a:srgbClr val="4C6070"/>
                </a:solidFill>
                <a:latin typeface="Arial"/>
                <a:ea typeface="Arial"/>
                <a:cs typeface="Arial"/>
              </a:defRPr>
            </a:lvl4pPr>
            <a:lvl5pPr>
              <a:defRPr sz="1650" b="0">
                <a:solidFill>
                  <a:srgbClr val="4C6070"/>
                </a:solidFill>
                <a:latin typeface="Arial"/>
                <a:ea typeface="Arial"/>
                <a:cs typeface="Arial"/>
              </a:defRPr>
            </a:lvl5pPr>
            <a:lvl6pPr>
              <a:defRPr sz="1650" b="0">
                <a:solidFill>
                  <a:srgbClr val="4C6070"/>
                </a:solidFill>
                <a:latin typeface="Arial"/>
                <a:ea typeface="Arial"/>
                <a:cs typeface="Arial"/>
              </a:defRPr>
            </a:lvl6pPr>
            <a:lvl7pPr>
              <a:defRPr sz="1650" b="0">
                <a:solidFill>
                  <a:srgbClr val="4C6070"/>
                </a:solidFill>
                <a:latin typeface="Arial"/>
                <a:ea typeface="Arial"/>
                <a:cs typeface="Arial"/>
              </a:defRPr>
            </a:lvl7pPr>
            <a:lvl8pPr>
              <a:defRPr sz="1650" b="0">
                <a:solidFill>
                  <a:srgbClr val="4C6070"/>
                </a:solidFill>
                <a:latin typeface="Arial"/>
                <a:ea typeface="Arial"/>
                <a:cs typeface="Arial"/>
              </a:defRPr>
            </a:lvl8pPr>
            <a:lvl9pPr>
              <a:defRPr sz="1650" b="0">
                <a:solidFill>
                  <a:srgbClr val="4C6070"/>
                </a:solidFill>
                <a:latin typeface="Arial"/>
                <a:ea typeface="Arial"/>
                <a:cs typeface="Arial"/>
              </a:defRPr>
            </a:lvl9pPr>
          </a:lstStyle>
          <a:p xmlns:a="http://schemas.openxmlformats.org/drawingml/2006/main">
            <a:pPr>
              <a:defRPr sz="1650" b="0">
                <a:solidFill>
                  <a:srgbClr val="4C6070"/>
                </a:solidFill>
                <a:latin typeface="Arial"/>
                <a:ea typeface="Arial"/>
                <a:cs typeface="Arial"/>
              </a:defRPr>
            </a:pPr>
            <a:r>
              <a:rPr sz="1650" b="0">
                <a:solidFill>
                  <a:srgbClr val="4C6070"/>
                </a:solidFill>
                <a:latin typeface="Arial"/>
                <a:ea typeface="Arial"/>
                <a:cs typeface="Arial"/>
              </a:rPr>
              <a:t>Clinical age, sex, site and verified patient metadata are unavailable.</a:t>
            </a:r>
          </a:p>
        </p:txBody>
      </p:sp>
    </p:spTree>
    <p:extLst>
      <p:ext uri="{BB962C8B-B14F-4D97-AF65-F5344CB8AC3E}">
        <p14:creationId xmlns:p14="http://schemas.microsoft.com/office/powerpoint/2010/main" val="683930051"/>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CA994DE8-0812-433D-AA25-28C1405D1687}"/>
              </a:ext>
            </a:extLst>
          </p:cNvPr>
          <p:cNvSpPr>
            <a:spLocks xmlns:a="http://schemas.openxmlformats.org/drawingml/2006/main" noGrp="1"/>
          </p:cNvSpPr>
          <p:nvPr/>
        </p:nvSpPr>
        <p:spPr>
          <a:xfrm xmlns:a="http://schemas.openxmlformats.org/drawingml/2006/main">
            <a:off x="609600" y="43815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32B40"/>
                </a:solidFill>
                <a:latin typeface="Arial"/>
                <a:ea typeface="Arial"/>
                <a:cs typeface="Arial"/>
              </a:defRPr>
            </a:defPPr>
            <a:lvl1pPr>
              <a:defRPr sz="3225" b="1">
                <a:solidFill>
                  <a:srgbClr val="132B40"/>
                </a:solidFill>
                <a:latin typeface="Arial"/>
                <a:ea typeface="Arial"/>
                <a:cs typeface="Arial"/>
              </a:defRPr>
            </a:lvl1pPr>
            <a:lvl2pPr>
              <a:defRPr sz="3225" b="1">
                <a:solidFill>
                  <a:srgbClr val="132B40"/>
                </a:solidFill>
                <a:latin typeface="Arial"/>
                <a:ea typeface="Arial"/>
                <a:cs typeface="Arial"/>
              </a:defRPr>
            </a:lvl2pPr>
            <a:lvl3pPr>
              <a:defRPr sz="3225" b="1">
                <a:solidFill>
                  <a:srgbClr val="132B40"/>
                </a:solidFill>
                <a:latin typeface="Arial"/>
                <a:ea typeface="Arial"/>
                <a:cs typeface="Arial"/>
              </a:defRPr>
            </a:lvl3pPr>
            <a:lvl4pPr>
              <a:defRPr sz="3225" b="1">
                <a:solidFill>
                  <a:srgbClr val="132B40"/>
                </a:solidFill>
                <a:latin typeface="Arial"/>
                <a:ea typeface="Arial"/>
                <a:cs typeface="Arial"/>
              </a:defRPr>
            </a:lvl4pPr>
            <a:lvl5pPr>
              <a:defRPr sz="3225" b="1">
                <a:solidFill>
                  <a:srgbClr val="132B40"/>
                </a:solidFill>
                <a:latin typeface="Arial"/>
                <a:ea typeface="Arial"/>
                <a:cs typeface="Arial"/>
              </a:defRPr>
            </a:lvl5pPr>
            <a:lvl6pPr>
              <a:defRPr sz="3225" b="1">
                <a:solidFill>
                  <a:srgbClr val="132B40"/>
                </a:solidFill>
                <a:latin typeface="Arial"/>
                <a:ea typeface="Arial"/>
                <a:cs typeface="Arial"/>
              </a:defRPr>
            </a:lvl6pPr>
            <a:lvl7pPr>
              <a:defRPr sz="3225" b="1">
                <a:solidFill>
                  <a:srgbClr val="132B40"/>
                </a:solidFill>
                <a:latin typeface="Arial"/>
                <a:ea typeface="Arial"/>
                <a:cs typeface="Arial"/>
              </a:defRPr>
            </a:lvl7pPr>
            <a:lvl8pPr>
              <a:defRPr sz="3225" b="1">
                <a:solidFill>
                  <a:srgbClr val="132B40"/>
                </a:solidFill>
                <a:latin typeface="Arial"/>
                <a:ea typeface="Arial"/>
                <a:cs typeface="Arial"/>
              </a:defRPr>
            </a:lvl8pPr>
            <a:lvl9pPr>
              <a:defRPr sz="3225" b="1">
                <a:solidFill>
                  <a:srgbClr val="132B40"/>
                </a:solidFill>
                <a:latin typeface="Arial"/>
                <a:ea typeface="Arial"/>
                <a:cs typeface="Arial"/>
              </a:defRPr>
            </a:lvl9pPr>
          </a:lstStyle>
          <a:p xmlns:a="http://schemas.openxmlformats.org/drawingml/2006/main">
            <a:pPr>
              <a:defRPr sz="3225" b="1">
                <a:solidFill>
                  <a:srgbClr val="132B40"/>
                </a:solidFill>
                <a:latin typeface="Arial"/>
                <a:ea typeface="Arial"/>
                <a:cs typeface="Arial"/>
              </a:defRPr>
            </a:pPr>
            <a:r>
              <a:rPr sz="3225" b="1">
                <a:solidFill>
                  <a:srgbClr val="132B40"/>
                </a:solidFill>
                <a:latin typeface="Arial"/>
                <a:ea typeface="Arial"/>
                <a:cs typeface="Arial"/>
              </a:rPr>
              <a:t>EDA: brightness, contrast &amp; examples</a:t>
            </a:r>
          </a:p>
        </p:txBody>
      </p:sp>
      <p:sp>
        <p:nvSpPr>
          <p:cNvPr id="2" name="">
            <a:extLst xmlns:a="http://schemas.openxmlformats.org/drawingml/2006/main">
              <a:ext uri="{FF2B5EF4-FFF2-40B4-BE49-F238E27FC236}">
                <a16:creationId xmlns:a16="http://schemas.microsoft.com/office/drawing/2014/main" id="{49EAF384-F506-424B-862F-9CF761DE89E5}"/>
              </a:ext>
            </a:extLst>
          </p:cNvPr>
          <p:cNvSpPr>
            <a:spLocks xmlns:a="http://schemas.openxmlformats.org/drawingml/2006/main" noGrp="1"/>
          </p:cNvSpPr>
          <p:nvPr/>
        </p:nvSpPr>
        <p:spPr>
          <a:xfrm xmlns:a="http://schemas.openxmlformats.org/drawingml/2006/main">
            <a:off x="11144250" y="6353175"/>
            <a:ext cx="523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4C6070"/>
                </a:solidFill>
                <a:latin typeface="Arial"/>
                <a:ea typeface="Arial"/>
                <a:cs typeface="Arial"/>
              </a:defRPr>
            </a:defPPr>
            <a:lvl1pPr>
              <a:defRPr sz="1275" b="0">
                <a:solidFill>
                  <a:srgbClr val="4C6070"/>
                </a:solidFill>
                <a:latin typeface="Arial"/>
                <a:ea typeface="Arial"/>
                <a:cs typeface="Arial"/>
              </a:defRPr>
            </a:lvl1pPr>
            <a:lvl2pPr>
              <a:defRPr sz="1275" b="0">
                <a:solidFill>
                  <a:srgbClr val="4C6070"/>
                </a:solidFill>
                <a:latin typeface="Arial"/>
                <a:ea typeface="Arial"/>
                <a:cs typeface="Arial"/>
              </a:defRPr>
            </a:lvl2pPr>
            <a:lvl3pPr>
              <a:defRPr sz="1275" b="0">
                <a:solidFill>
                  <a:srgbClr val="4C6070"/>
                </a:solidFill>
                <a:latin typeface="Arial"/>
                <a:ea typeface="Arial"/>
                <a:cs typeface="Arial"/>
              </a:defRPr>
            </a:lvl3pPr>
            <a:lvl4pPr>
              <a:defRPr sz="1275" b="0">
                <a:solidFill>
                  <a:srgbClr val="4C6070"/>
                </a:solidFill>
                <a:latin typeface="Arial"/>
                <a:ea typeface="Arial"/>
                <a:cs typeface="Arial"/>
              </a:defRPr>
            </a:lvl4pPr>
            <a:lvl5pPr>
              <a:defRPr sz="1275" b="0">
                <a:solidFill>
                  <a:srgbClr val="4C6070"/>
                </a:solidFill>
                <a:latin typeface="Arial"/>
                <a:ea typeface="Arial"/>
                <a:cs typeface="Arial"/>
              </a:defRPr>
            </a:lvl5pPr>
            <a:lvl6pPr>
              <a:defRPr sz="1275" b="0">
                <a:solidFill>
                  <a:srgbClr val="4C6070"/>
                </a:solidFill>
                <a:latin typeface="Arial"/>
                <a:ea typeface="Arial"/>
                <a:cs typeface="Arial"/>
              </a:defRPr>
            </a:lvl6pPr>
            <a:lvl7pPr>
              <a:defRPr sz="1275" b="0">
                <a:solidFill>
                  <a:srgbClr val="4C6070"/>
                </a:solidFill>
                <a:latin typeface="Arial"/>
                <a:ea typeface="Arial"/>
                <a:cs typeface="Arial"/>
              </a:defRPr>
            </a:lvl7pPr>
            <a:lvl8pPr>
              <a:defRPr sz="1275" b="0">
                <a:solidFill>
                  <a:srgbClr val="4C6070"/>
                </a:solidFill>
                <a:latin typeface="Arial"/>
                <a:ea typeface="Arial"/>
                <a:cs typeface="Arial"/>
              </a:defRPr>
            </a:lvl8pPr>
            <a:lvl9pPr>
              <a:defRPr sz="1275" b="0">
                <a:solidFill>
                  <a:srgbClr val="4C6070"/>
                </a:solidFill>
                <a:latin typeface="Arial"/>
                <a:ea typeface="Arial"/>
                <a:cs typeface="Arial"/>
              </a:defRPr>
            </a:lvl9pPr>
          </a:lstStyle>
          <a:p xmlns:a="http://schemas.openxmlformats.org/drawingml/2006/main">
            <a:pPr>
              <a:defRPr sz="1275" b="0">
                <a:solidFill>
                  <a:srgbClr val="4C6070"/>
                </a:solidFill>
                <a:latin typeface="Arial"/>
                <a:ea typeface="Arial"/>
                <a:cs typeface="Arial"/>
              </a:defRPr>
            </a:pPr>
            <a:r>
              <a:rPr sz="1275" b="0">
                <a:solidFill>
                  <a:srgbClr val="4C6070"/>
                </a:solidFill>
                <a:latin typeface="Arial"/>
                <a:ea typeface="Arial"/>
                <a:cs typeface="Arial"/>
              </a:rPr>
              <a:t>07</a:t>
            </a:r>
          </a:p>
        </p:txBody>
      </p:sp>
      <p:pic>
        <p:nvPicPr>
          <p:cNvPr id="3" name="">
            <a:extLst xmlns:a="http://schemas.openxmlformats.org/drawingml/2006/main">
              <a:ext uri="{FF2B5EF4-FFF2-40B4-BE49-F238E27FC236}">
                <a16:creationId xmlns:a16="http://schemas.microsoft.com/office/drawing/2014/main" id="{C1261048-1BB9-4102-8598-F1AA5BB595AF}"/>
              </a:ext>
            </a:extLst>
          </p:cNvPr>
          <p:cNvPicPr>
            <a:picLocks xmlns:a="http://schemas.openxmlformats.org/drawingml/2006/main" noChangeAspect="1"/>
          </p:cNvPicPr>
          <p:nvPr/>
        </p:nvPicPr>
        <p:blipFill>
          <a:blip xmlns:r="http://schemas.openxmlformats.org/officeDocument/2006/relationships" xmlns:a="http://schemas.openxmlformats.org/drawingml/2006/main" r:embed="R3fe943c73dbf48f5"/>
          <a:stretch xmlns:a="http://schemas.openxmlformats.org/drawingml/2006/main"/>
        </p:blipFill>
        <p:spPr>
          <a:xfrm xmlns:a="http://schemas.openxmlformats.org/drawingml/2006/main">
            <a:off x="1493913" y="1381125"/>
            <a:ext cx="9147024" cy="2381250"/>
          </a:xfrm>
          <a:prstGeom xmlns:a="http://schemas.openxmlformats.org/drawingml/2006/main" prst="rect">
            <a:avLst/>
          </a:prstGeom>
        </p:spPr>
      </p:pic>
      <p:pic>
        <p:nvPicPr>
          <p:cNvPr id="4" name="">
            <a:extLst xmlns:a="http://schemas.openxmlformats.org/drawingml/2006/main">
              <a:ext uri="{FF2B5EF4-FFF2-40B4-BE49-F238E27FC236}">
                <a16:creationId xmlns:a16="http://schemas.microsoft.com/office/drawing/2014/main" id="{4DF00B27-AE0C-45C1-A294-53D3E9DB0965}"/>
              </a:ext>
            </a:extLst>
          </p:cNvPr>
          <p:cNvPicPr>
            <a:picLocks xmlns:a="http://schemas.openxmlformats.org/drawingml/2006/main" noChangeAspect="1"/>
          </p:cNvPicPr>
          <p:nvPr/>
        </p:nvPicPr>
        <p:blipFill>
          <a:blip xmlns:r="http://schemas.openxmlformats.org/officeDocument/2006/relationships" xmlns:a="http://schemas.openxmlformats.org/drawingml/2006/main" r:embed="Rca10bf97e1f64a5e"/>
          <a:stretch xmlns:a="http://schemas.openxmlformats.org/drawingml/2006/main"/>
        </p:blipFill>
        <p:spPr>
          <a:xfrm xmlns:a="http://schemas.openxmlformats.org/drawingml/2006/main">
            <a:off x="4351880" y="3810000"/>
            <a:ext cx="3488241" cy="20002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32C7E5D5-E911-47B3-9466-EE7C188E7387}"/>
              </a:ext>
            </a:extLst>
          </p:cNvPr>
          <p:cNvSpPr>
            <a:spLocks xmlns:a="http://schemas.openxmlformats.org/drawingml/2006/main" noGrp="1"/>
          </p:cNvSpPr>
          <p:nvPr/>
        </p:nvSpPr>
        <p:spPr>
          <a:xfrm xmlns:a="http://schemas.openxmlformats.org/drawingml/2006/main">
            <a:off x="685800" y="5905500"/>
            <a:ext cx="10572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0">
                <a:solidFill>
                  <a:srgbClr val="4C6070"/>
                </a:solidFill>
                <a:latin typeface="Arial"/>
                <a:ea typeface="Arial"/>
                <a:cs typeface="Arial"/>
              </a:defRPr>
            </a:defPPr>
            <a:lvl1pPr>
              <a:defRPr sz="1425" b="0">
                <a:solidFill>
                  <a:srgbClr val="4C6070"/>
                </a:solidFill>
                <a:latin typeface="Arial"/>
                <a:ea typeface="Arial"/>
                <a:cs typeface="Arial"/>
              </a:defRPr>
            </a:lvl1pPr>
            <a:lvl2pPr>
              <a:defRPr sz="1425" b="0">
                <a:solidFill>
                  <a:srgbClr val="4C6070"/>
                </a:solidFill>
                <a:latin typeface="Arial"/>
                <a:ea typeface="Arial"/>
                <a:cs typeface="Arial"/>
              </a:defRPr>
            </a:lvl2pPr>
            <a:lvl3pPr>
              <a:defRPr sz="1425" b="0">
                <a:solidFill>
                  <a:srgbClr val="4C6070"/>
                </a:solidFill>
                <a:latin typeface="Arial"/>
                <a:ea typeface="Arial"/>
                <a:cs typeface="Arial"/>
              </a:defRPr>
            </a:lvl3pPr>
            <a:lvl4pPr>
              <a:defRPr sz="1425" b="0">
                <a:solidFill>
                  <a:srgbClr val="4C6070"/>
                </a:solidFill>
                <a:latin typeface="Arial"/>
                <a:ea typeface="Arial"/>
                <a:cs typeface="Arial"/>
              </a:defRPr>
            </a:lvl4pPr>
            <a:lvl5pPr>
              <a:defRPr sz="1425" b="0">
                <a:solidFill>
                  <a:srgbClr val="4C6070"/>
                </a:solidFill>
                <a:latin typeface="Arial"/>
                <a:ea typeface="Arial"/>
                <a:cs typeface="Arial"/>
              </a:defRPr>
            </a:lvl5pPr>
            <a:lvl6pPr>
              <a:defRPr sz="1425" b="0">
                <a:solidFill>
                  <a:srgbClr val="4C6070"/>
                </a:solidFill>
                <a:latin typeface="Arial"/>
                <a:ea typeface="Arial"/>
                <a:cs typeface="Arial"/>
              </a:defRPr>
            </a:lvl6pPr>
            <a:lvl7pPr>
              <a:defRPr sz="1425" b="0">
                <a:solidFill>
                  <a:srgbClr val="4C6070"/>
                </a:solidFill>
                <a:latin typeface="Arial"/>
                <a:ea typeface="Arial"/>
                <a:cs typeface="Arial"/>
              </a:defRPr>
            </a:lvl7pPr>
            <a:lvl8pPr>
              <a:defRPr sz="1425" b="0">
                <a:solidFill>
                  <a:srgbClr val="4C6070"/>
                </a:solidFill>
                <a:latin typeface="Arial"/>
                <a:ea typeface="Arial"/>
                <a:cs typeface="Arial"/>
              </a:defRPr>
            </a:lvl8pPr>
            <a:lvl9pPr>
              <a:defRPr sz="1425" b="0">
                <a:solidFill>
                  <a:srgbClr val="4C6070"/>
                </a:solidFill>
                <a:latin typeface="Arial"/>
                <a:ea typeface="Arial"/>
                <a:cs typeface="Arial"/>
              </a:defRPr>
            </a:lvl9pPr>
          </a:lstStyle>
          <a:p xmlns:a="http://schemas.openxmlformats.org/drawingml/2006/main">
            <a:pPr>
              <a:defRPr sz="1425" b="0">
                <a:solidFill>
                  <a:srgbClr val="4C6070"/>
                </a:solidFill>
                <a:latin typeface="Arial"/>
                <a:ea typeface="Arial"/>
                <a:cs typeface="Arial"/>
              </a:defRPr>
            </a:pPr>
            <a:r>
              <a:rPr sz="1425" b="0">
                <a:solidFill>
                  <a:srgbClr val="4C6070"/>
                </a:solidFill>
                <a:latin typeface="Arial"/>
                <a:ea typeface="Arial"/>
                <a:cs typeface="Arial"/>
              </a:rPr>
              <a:t>Image labels come from the dataset; visual inspection does not independently verify them.</a:t>
            </a:r>
          </a:p>
        </p:txBody>
      </p:sp>
    </p:spTree>
    <p:extLst>
      <p:ext uri="{BB962C8B-B14F-4D97-AF65-F5344CB8AC3E}">
        <p14:creationId xmlns:p14="http://schemas.microsoft.com/office/powerpoint/2010/main" val="273921426"/>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408308C-A4F8-4219-9584-99DFE626B831}"/>
              </a:ext>
            </a:extLst>
          </p:cNvPr>
          <p:cNvSpPr>
            <a:spLocks xmlns:a="http://schemas.openxmlformats.org/drawingml/2006/main" noGrp="1"/>
          </p:cNvSpPr>
          <p:nvPr/>
        </p:nvSpPr>
        <p:spPr>
          <a:xfrm xmlns:a="http://schemas.openxmlformats.org/drawingml/2006/main">
            <a:off x="609600" y="43815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32B40"/>
                </a:solidFill>
                <a:latin typeface="Arial"/>
                <a:ea typeface="Arial"/>
                <a:cs typeface="Arial"/>
              </a:defRPr>
            </a:defPPr>
            <a:lvl1pPr>
              <a:defRPr sz="3225" b="1">
                <a:solidFill>
                  <a:srgbClr val="132B40"/>
                </a:solidFill>
                <a:latin typeface="Arial"/>
                <a:ea typeface="Arial"/>
                <a:cs typeface="Arial"/>
              </a:defRPr>
            </a:lvl1pPr>
            <a:lvl2pPr>
              <a:defRPr sz="3225" b="1">
                <a:solidFill>
                  <a:srgbClr val="132B40"/>
                </a:solidFill>
                <a:latin typeface="Arial"/>
                <a:ea typeface="Arial"/>
                <a:cs typeface="Arial"/>
              </a:defRPr>
            </a:lvl2pPr>
            <a:lvl3pPr>
              <a:defRPr sz="3225" b="1">
                <a:solidFill>
                  <a:srgbClr val="132B40"/>
                </a:solidFill>
                <a:latin typeface="Arial"/>
                <a:ea typeface="Arial"/>
                <a:cs typeface="Arial"/>
              </a:defRPr>
            </a:lvl3pPr>
            <a:lvl4pPr>
              <a:defRPr sz="3225" b="1">
                <a:solidFill>
                  <a:srgbClr val="132B40"/>
                </a:solidFill>
                <a:latin typeface="Arial"/>
                <a:ea typeface="Arial"/>
                <a:cs typeface="Arial"/>
              </a:defRPr>
            </a:lvl4pPr>
            <a:lvl5pPr>
              <a:defRPr sz="3225" b="1">
                <a:solidFill>
                  <a:srgbClr val="132B40"/>
                </a:solidFill>
                <a:latin typeface="Arial"/>
                <a:ea typeface="Arial"/>
                <a:cs typeface="Arial"/>
              </a:defRPr>
            </a:lvl5pPr>
            <a:lvl6pPr>
              <a:defRPr sz="3225" b="1">
                <a:solidFill>
                  <a:srgbClr val="132B40"/>
                </a:solidFill>
                <a:latin typeface="Arial"/>
                <a:ea typeface="Arial"/>
                <a:cs typeface="Arial"/>
              </a:defRPr>
            </a:lvl6pPr>
            <a:lvl7pPr>
              <a:defRPr sz="3225" b="1">
                <a:solidFill>
                  <a:srgbClr val="132B40"/>
                </a:solidFill>
                <a:latin typeface="Arial"/>
                <a:ea typeface="Arial"/>
                <a:cs typeface="Arial"/>
              </a:defRPr>
            </a:lvl7pPr>
            <a:lvl8pPr>
              <a:defRPr sz="3225" b="1">
                <a:solidFill>
                  <a:srgbClr val="132B40"/>
                </a:solidFill>
                <a:latin typeface="Arial"/>
                <a:ea typeface="Arial"/>
                <a:cs typeface="Arial"/>
              </a:defRPr>
            </a:lvl8pPr>
            <a:lvl9pPr>
              <a:defRPr sz="3225" b="1">
                <a:solidFill>
                  <a:srgbClr val="132B40"/>
                </a:solidFill>
                <a:latin typeface="Arial"/>
                <a:ea typeface="Arial"/>
                <a:cs typeface="Arial"/>
              </a:defRPr>
            </a:lvl9pPr>
          </a:lstStyle>
          <a:p xmlns:a="http://schemas.openxmlformats.org/drawingml/2006/main">
            <a:pPr>
              <a:defRPr sz="3225" b="1">
                <a:solidFill>
                  <a:srgbClr val="132B40"/>
                </a:solidFill>
                <a:latin typeface="Arial"/>
                <a:ea typeface="Arial"/>
                <a:cs typeface="Arial"/>
              </a:defRPr>
            </a:pPr>
            <a:r>
              <a:rPr sz="3225" b="1">
                <a:solidFill>
                  <a:srgbClr val="132B40"/>
                </a:solidFill>
                <a:latin typeface="Arial"/>
                <a:ea typeface="Arial"/>
                <a:cs typeface="Arial"/>
              </a:rPr>
              <a:t>Feature engineering: 149 values per image</a:t>
            </a:r>
          </a:p>
        </p:txBody>
      </p:sp>
      <p:sp>
        <p:nvSpPr>
          <p:cNvPr id="2" name="">
            <a:extLst xmlns:a="http://schemas.openxmlformats.org/drawingml/2006/main">
              <a:ext uri="{FF2B5EF4-FFF2-40B4-BE49-F238E27FC236}">
                <a16:creationId xmlns:a16="http://schemas.microsoft.com/office/drawing/2014/main" id="{58831F77-722D-4876-B37F-C30C866EF913}"/>
              </a:ext>
            </a:extLst>
          </p:cNvPr>
          <p:cNvSpPr>
            <a:spLocks xmlns:a="http://schemas.openxmlformats.org/drawingml/2006/main" noGrp="1"/>
          </p:cNvSpPr>
          <p:nvPr/>
        </p:nvSpPr>
        <p:spPr>
          <a:xfrm xmlns:a="http://schemas.openxmlformats.org/drawingml/2006/main">
            <a:off x="11144250" y="6353175"/>
            <a:ext cx="523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4C6070"/>
                </a:solidFill>
                <a:latin typeface="Arial"/>
                <a:ea typeface="Arial"/>
                <a:cs typeface="Arial"/>
              </a:defRPr>
            </a:defPPr>
            <a:lvl1pPr>
              <a:defRPr sz="1275" b="0">
                <a:solidFill>
                  <a:srgbClr val="4C6070"/>
                </a:solidFill>
                <a:latin typeface="Arial"/>
                <a:ea typeface="Arial"/>
                <a:cs typeface="Arial"/>
              </a:defRPr>
            </a:lvl1pPr>
            <a:lvl2pPr>
              <a:defRPr sz="1275" b="0">
                <a:solidFill>
                  <a:srgbClr val="4C6070"/>
                </a:solidFill>
                <a:latin typeface="Arial"/>
                <a:ea typeface="Arial"/>
                <a:cs typeface="Arial"/>
              </a:defRPr>
            </a:lvl2pPr>
            <a:lvl3pPr>
              <a:defRPr sz="1275" b="0">
                <a:solidFill>
                  <a:srgbClr val="4C6070"/>
                </a:solidFill>
                <a:latin typeface="Arial"/>
                <a:ea typeface="Arial"/>
                <a:cs typeface="Arial"/>
              </a:defRPr>
            </a:lvl3pPr>
            <a:lvl4pPr>
              <a:defRPr sz="1275" b="0">
                <a:solidFill>
                  <a:srgbClr val="4C6070"/>
                </a:solidFill>
                <a:latin typeface="Arial"/>
                <a:ea typeface="Arial"/>
                <a:cs typeface="Arial"/>
              </a:defRPr>
            </a:lvl4pPr>
            <a:lvl5pPr>
              <a:defRPr sz="1275" b="0">
                <a:solidFill>
                  <a:srgbClr val="4C6070"/>
                </a:solidFill>
                <a:latin typeface="Arial"/>
                <a:ea typeface="Arial"/>
                <a:cs typeface="Arial"/>
              </a:defRPr>
            </a:lvl5pPr>
            <a:lvl6pPr>
              <a:defRPr sz="1275" b="0">
                <a:solidFill>
                  <a:srgbClr val="4C6070"/>
                </a:solidFill>
                <a:latin typeface="Arial"/>
                <a:ea typeface="Arial"/>
                <a:cs typeface="Arial"/>
              </a:defRPr>
            </a:lvl6pPr>
            <a:lvl7pPr>
              <a:defRPr sz="1275" b="0">
                <a:solidFill>
                  <a:srgbClr val="4C6070"/>
                </a:solidFill>
                <a:latin typeface="Arial"/>
                <a:ea typeface="Arial"/>
                <a:cs typeface="Arial"/>
              </a:defRPr>
            </a:lvl7pPr>
            <a:lvl8pPr>
              <a:defRPr sz="1275" b="0">
                <a:solidFill>
                  <a:srgbClr val="4C6070"/>
                </a:solidFill>
                <a:latin typeface="Arial"/>
                <a:ea typeface="Arial"/>
                <a:cs typeface="Arial"/>
              </a:defRPr>
            </a:lvl8pPr>
            <a:lvl9pPr>
              <a:defRPr sz="1275" b="0">
                <a:solidFill>
                  <a:srgbClr val="4C6070"/>
                </a:solidFill>
                <a:latin typeface="Arial"/>
                <a:ea typeface="Arial"/>
                <a:cs typeface="Arial"/>
              </a:defRPr>
            </a:lvl9pPr>
          </a:lstStyle>
          <a:p xmlns:a="http://schemas.openxmlformats.org/drawingml/2006/main">
            <a:pPr>
              <a:defRPr sz="1275" b="0">
                <a:solidFill>
                  <a:srgbClr val="4C6070"/>
                </a:solidFill>
                <a:latin typeface="Arial"/>
                <a:ea typeface="Arial"/>
                <a:cs typeface="Arial"/>
              </a:defRPr>
            </a:pPr>
            <a:r>
              <a:rPr sz="1275" b="0">
                <a:solidFill>
                  <a:srgbClr val="4C6070"/>
                </a:solidFill>
                <a:latin typeface="Arial"/>
                <a:ea typeface="Arial"/>
                <a:cs typeface="Arial"/>
              </a:rPr>
              <a:t>08</a:t>
            </a:r>
          </a:p>
        </p:txBody>
      </p:sp>
      <p:sp>
        <p:nvSpPr>
          <p:cNvPr id="3" name="">
            <a:extLst xmlns:a="http://schemas.openxmlformats.org/drawingml/2006/main">
              <a:ext uri="{FF2B5EF4-FFF2-40B4-BE49-F238E27FC236}">
                <a16:creationId xmlns:a16="http://schemas.microsoft.com/office/drawing/2014/main" id="{188C6899-24E9-432E-B8F0-AA8DA45CBBFF}"/>
              </a:ext>
            </a:extLst>
          </p:cNvPr>
          <p:cNvSpPr>
            <a:spLocks xmlns:a="http://schemas.openxmlformats.org/drawingml/2006/main" noGrp="1"/>
          </p:cNvSpPr>
          <p:nvPr/>
        </p:nvSpPr>
        <p:spPr>
          <a:xfrm xmlns:a="http://schemas.openxmlformats.org/drawingml/2006/main">
            <a:off x="685800" y="1476375"/>
            <a:ext cx="10572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75" b="1">
                <a:solidFill>
                  <a:srgbClr val="087F8C"/>
                </a:solidFill>
                <a:latin typeface="Arial"/>
                <a:ea typeface="Arial"/>
                <a:cs typeface="Arial"/>
              </a:defRPr>
            </a:defPPr>
            <a:lvl1pPr>
              <a:defRPr sz="2475" b="1">
                <a:solidFill>
                  <a:srgbClr val="087F8C"/>
                </a:solidFill>
                <a:latin typeface="Arial"/>
                <a:ea typeface="Arial"/>
                <a:cs typeface="Arial"/>
              </a:defRPr>
            </a:lvl1pPr>
            <a:lvl2pPr>
              <a:defRPr sz="2475" b="1">
                <a:solidFill>
                  <a:srgbClr val="087F8C"/>
                </a:solidFill>
                <a:latin typeface="Arial"/>
                <a:ea typeface="Arial"/>
                <a:cs typeface="Arial"/>
              </a:defRPr>
            </a:lvl2pPr>
            <a:lvl3pPr>
              <a:defRPr sz="2475" b="1">
                <a:solidFill>
                  <a:srgbClr val="087F8C"/>
                </a:solidFill>
                <a:latin typeface="Arial"/>
                <a:ea typeface="Arial"/>
                <a:cs typeface="Arial"/>
              </a:defRPr>
            </a:lvl3pPr>
            <a:lvl4pPr>
              <a:defRPr sz="2475" b="1">
                <a:solidFill>
                  <a:srgbClr val="087F8C"/>
                </a:solidFill>
                <a:latin typeface="Arial"/>
                <a:ea typeface="Arial"/>
                <a:cs typeface="Arial"/>
              </a:defRPr>
            </a:lvl4pPr>
            <a:lvl5pPr>
              <a:defRPr sz="2475" b="1">
                <a:solidFill>
                  <a:srgbClr val="087F8C"/>
                </a:solidFill>
                <a:latin typeface="Arial"/>
                <a:ea typeface="Arial"/>
                <a:cs typeface="Arial"/>
              </a:defRPr>
            </a:lvl5pPr>
            <a:lvl6pPr>
              <a:defRPr sz="2475" b="1">
                <a:solidFill>
                  <a:srgbClr val="087F8C"/>
                </a:solidFill>
                <a:latin typeface="Arial"/>
                <a:ea typeface="Arial"/>
                <a:cs typeface="Arial"/>
              </a:defRPr>
            </a:lvl6pPr>
            <a:lvl7pPr>
              <a:defRPr sz="2475" b="1">
                <a:solidFill>
                  <a:srgbClr val="087F8C"/>
                </a:solidFill>
                <a:latin typeface="Arial"/>
                <a:ea typeface="Arial"/>
                <a:cs typeface="Arial"/>
              </a:defRPr>
            </a:lvl7pPr>
            <a:lvl8pPr>
              <a:defRPr sz="2475" b="1">
                <a:solidFill>
                  <a:srgbClr val="087F8C"/>
                </a:solidFill>
                <a:latin typeface="Arial"/>
                <a:ea typeface="Arial"/>
                <a:cs typeface="Arial"/>
              </a:defRPr>
            </a:lvl8pPr>
            <a:lvl9pPr>
              <a:defRPr sz="2475" b="1">
                <a:solidFill>
                  <a:srgbClr val="087F8C"/>
                </a:solidFill>
                <a:latin typeface="Arial"/>
                <a:ea typeface="Arial"/>
                <a:cs typeface="Arial"/>
              </a:defRPr>
            </a:lvl9pPr>
          </a:lstStyle>
          <a:p xmlns:a="http://schemas.openxmlformats.org/drawingml/2006/main">
            <a:pPr>
              <a:defRPr sz="2475" b="1">
                <a:solidFill>
                  <a:srgbClr val="087F8C"/>
                </a:solidFill>
                <a:latin typeface="Arial"/>
                <a:ea typeface="Arial"/>
                <a:cs typeface="Arial"/>
              </a:defRPr>
            </a:pPr>
            <a:r>
              <a:rPr sz="2475" b="1">
                <a:solidFill>
                  <a:srgbClr val="087F8C"/>
                </a:solidFill>
                <a:latin typeface="Arial"/>
                <a:ea typeface="Arial"/>
                <a:cs typeface="Arial"/>
              </a:rPr>
              <a:t>64 block means + 64 block standard deviations</a:t>
            </a:r>
          </a:p>
          <a:p xmlns:a="http://schemas.openxmlformats.org/drawingml/2006/main">
            <a:pPr>
              <a:defRPr sz="2475" b="1">
                <a:solidFill>
                  <a:srgbClr val="087F8C"/>
                </a:solidFill>
                <a:latin typeface="Arial"/>
                <a:ea typeface="Arial"/>
                <a:cs typeface="Arial"/>
              </a:defRPr>
            </a:pPr>
            <a:r>
              <a:rPr sz="2475" b="1">
                <a:solidFill>
                  <a:srgbClr val="087F8C"/>
                </a:solidFill>
                <a:latin typeface="Arial"/>
                <a:ea typeface="Arial"/>
                <a:cs typeface="Arial"/>
              </a:rPr>
              <a:t>+ 16 histogram proportions + 5 global summaries</a:t>
            </a:r>
          </a:p>
        </p:txBody>
      </p:sp>
      <p:sp>
        <p:nvSpPr>
          <p:cNvPr id="4" name="">
            <a:extLst xmlns:a="http://schemas.openxmlformats.org/drawingml/2006/main">
              <a:ext uri="{FF2B5EF4-FFF2-40B4-BE49-F238E27FC236}">
                <a16:creationId xmlns:a16="http://schemas.microsoft.com/office/drawing/2014/main" id="{09D71B47-624D-41A5-AA44-1A7E03BDC4AB}"/>
              </a:ext>
            </a:extLst>
          </p:cNvPr>
          <p:cNvSpPr>
            <a:spLocks xmlns:a="http://schemas.openxmlformats.org/drawingml/2006/main" noGrp="1"/>
          </p:cNvSpPr>
          <p:nvPr/>
        </p:nvSpPr>
        <p:spPr>
          <a:xfrm xmlns:a="http://schemas.openxmlformats.org/drawingml/2006/main">
            <a:off x="685800" y="3048000"/>
            <a:ext cx="1057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132B40"/>
                </a:solidFill>
                <a:latin typeface="Arial"/>
                <a:ea typeface="Arial"/>
                <a:cs typeface="Arial"/>
              </a:defRPr>
            </a:defPPr>
            <a:lvl1pPr>
              <a:defRPr sz="1950" b="0">
                <a:solidFill>
                  <a:srgbClr val="132B40"/>
                </a:solidFill>
                <a:latin typeface="Arial"/>
                <a:ea typeface="Arial"/>
                <a:cs typeface="Arial"/>
              </a:defRPr>
            </a:lvl1pPr>
            <a:lvl2pPr>
              <a:defRPr sz="1950" b="0">
                <a:solidFill>
                  <a:srgbClr val="132B40"/>
                </a:solidFill>
                <a:latin typeface="Arial"/>
                <a:ea typeface="Arial"/>
                <a:cs typeface="Arial"/>
              </a:defRPr>
            </a:lvl2pPr>
            <a:lvl3pPr>
              <a:defRPr sz="1950" b="0">
                <a:solidFill>
                  <a:srgbClr val="132B40"/>
                </a:solidFill>
                <a:latin typeface="Arial"/>
                <a:ea typeface="Arial"/>
                <a:cs typeface="Arial"/>
              </a:defRPr>
            </a:lvl3pPr>
            <a:lvl4pPr>
              <a:defRPr sz="1950" b="0">
                <a:solidFill>
                  <a:srgbClr val="132B40"/>
                </a:solidFill>
                <a:latin typeface="Arial"/>
                <a:ea typeface="Arial"/>
                <a:cs typeface="Arial"/>
              </a:defRPr>
            </a:lvl4pPr>
            <a:lvl5pPr>
              <a:defRPr sz="1950" b="0">
                <a:solidFill>
                  <a:srgbClr val="132B40"/>
                </a:solidFill>
                <a:latin typeface="Arial"/>
                <a:ea typeface="Arial"/>
                <a:cs typeface="Arial"/>
              </a:defRPr>
            </a:lvl5pPr>
            <a:lvl6pPr>
              <a:defRPr sz="1950" b="0">
                <a:solidFill>
                  <a:srgbClr val="132B40"/>
                </a:solidFill>
                <a:latin typeface="Arial"/>
                <a:ea typeface="Arial"/>
                <a:cs typeface="Arial"/>
              </a:defRPr>
            </a:lvl6pPr>
            <a:lvl7pPr>
              <a:defRPr sz="1950" b="0">
                <a:solidFill>
                  <a:srgbClr val="132B40"/>
                </a:solidFill>
                <a:latin typeface="Arial"/>
                <a:ea typeface="Arial"/>
                <a:cs typeface="Arial"/>
              </a:defRPr>
            </a:lvl7pPr>
            <a:lvl8pPr>
              <a:defRPr sz="1950" b="0">
                <a:solidFill>
                  <a:srgbClr val="132B40"/>
                </a:solidFill>
                <a:latin typeface="Arial"/>
                <a:ea typeface="Arial"/>
                <a:cs typeface="Arial"/>
              </a:defRPr>
            </a:lvl8pPr>
            <a:lvl9pPr>
              <a:defRPr sz="1950" b="0">
                <a:solidFill>
                  <a:srgbClr val="132B40"/>
                </a:solidFill>
                <a:latin typeface="Arial"/>
                <a:ea typeface="Arial"/>
                <a:cs typeface="Arial"/>
              </a:defRPr>
            </a:lvl9pPr>
          </a:lstStyle>
          <a:p xmlns:a="http://schemas.openxmlformats.org/drawingml/2006/main">
            <a:pPr>
              <a:defRPr sz="1950" b="0">
                <a:solidFill>
                  <a:srgbClr val="132B40"/>
                </a:solidFill>
                <a:latin typeface="Arial"/>
                <a:ea typeface="Arial"/>
                <a:cs typeface="Arial"/>
              </a:defRPr>
            </a:pPr>
            <a:r>
              <a:rPr sz="1950" b="0">
                <a:solidFill>
                  <a:srgbClr val="132B40"/>
                </a:solidFill>
                <a:latin typeface="Arial"/>
                <a:ea typeface="Arial"/>
                <a:cs typeface="Arial"/>
              </a:rPr>
              <a:t>Regional summaries preserve coarse location and local variation.</a:t>
            </a:r>
          </a:p>
        </p:txBody>
      </p:sp>
      <p:sp>
        <p:nvSpPr>
          <p:cNvPr id="5" name="">
            <a:extLst xmlns:a="http://schemas.openxmlformats.org/drawingml/2006/main">
              <a:ext uri="{FF2B5EF4-FFF2-40B4-BE49-F238E27FC236}">
                <a16:creationId xmlns:a16="http://schemas.microsoft.com/office/drawing/2014/main" id="{3FB0EBC2-D3E0-4716-A961-711736D2184E}"/>
              </a:ext>
            </a:extLst>
          </p:cNvPr>
          <p:cNvSpPr>
            <a:spLocks xmlns:a="http://schemas.openxmlformats.org/drawingml/2006/main" noGrp="1"/>
          </p:cNvSpPr>
          <p:nvPr/>
        </p:nvSpPr>
        <p:spPr>
          <a:xfrm xmlns:a="http://schemas.openxmlformats.org/drawingml/2006/main">
            <a:off x="685800" y="3695700"/>
            <a:ext cx="1057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132B40"/>
                </a:solidFill>
                <a:latin typeface="Arial"/>
                <a:ea typeface="Arial"/>
                <a:cs typeface="Arial"/>
              </a:defRPr>
            </a:defPPr>
            <a:lvl1pPr>
              <a:defRPr sz="1950" b="0">
                <a:solidFill>
                  <a:srgbClr val="132B40"/>
                </a:solidFill>
                <a:latin typeface="Arial"/>
                <a:ea typeface="Arial"/>
                <a:cs typeface="Arial"/>
              </a:defRPr>
            </a:lvl1pPr>
            <a:lvl2pPr>
              <a:defRPr sz="1950" b="0">
                <a:solidFill>
                  <a:srgbClr val="132B40"/>
                </a:solidFill>
                <a:latin typeface="Arial"/>
                <a:ea typeface="Arial"/>
                <a:cs typeface="Arial"/>
              </a:defRPr>
            </a:lvl2pPr>
            <a:lvl3pPr>
              <a:defRPr sz="1950" b="0">
                <a:solidFill>
                  <a:srgbClr val="132B40"/>
                </a:solidFill>
                <a:latin typeface="Arial"/>
                <a:ea typeface="Arial"/>
                <a:cs typeface="Arial"/>
              </a:defRPr>
            </a:lvl3pPr>
            <a:lvl4pPr>
              <a:defRPr sz="1950" b="0">
                <a:solidFill>
                  <a:srgbClr val="132B40"/>
                </a:solidFill>
                <a:latin typeface="Arial"/>
                <a:ea typeface="Arial"/>
                <a:cs typeface="Arial"/>
              </a:defRPr>
            </a:lvl4pPr>
            <a:lvl5pPr>
              <a:defRPr sz="1950" b="0">
                <a:solidFill>
                  <a:srgbClr val="132B40"/>
                </a:solidFill>
                <a:latin typeface="Arial"/>
                <a:ea typeface="Arial"/>
                <a:cs typeface="Arial"/>
              </a:defRPr>
            </a:lvl5pPr>
            <a:lvl6pPr>
              <a:defRPr sz="1950" b="0">
                <a:solidFill>
                  <a:srgbClr val="132B40"/>
                </a:solidFill>
                <a:latin typeface="Arial"/>
                <a:ea typeface="Arial"/>
                <a:cs typeface="Arial"/>
              </a:defRPr>
            </a:lvl6pPr>
            <a:lvl7pPr>
              <a:defRPr sz="1950" b="0">
                <a:solidFill>
                  <a:srgbClr val="132B40"/>
                </a:solidFill>
                <a:latin typeface="Arial"/>
                <a:ea typeface="Arial"/>
                <a:cs typeface="Arial"/>
              </a:defRPr>
            </a:lvl7pPr>
            <a:lvl8pPr>
              <a:defRPr sz="1950" b="0">
                <a:solidFill>
                  <a:srgbClr val="132B40"/>
                </a:solidFill>
                <a:latin typeface="Arial"/>
                <a:ea typeface="Arial"/>
                <a:cs typeface="Arial"/>
              </a:defRPr>
            </a:lvl8pPr>
            <a:lvl9pPr>
              <a:defRPr sz="1950" b="0">
                <a:solidFill>
                  <a:srgbClr val="132B40"/>
                </a:solidFill>
                <a:latin typeface="Arial"/>
                <a:ea typeface="Arial"/>
                <a:cs typeface="Arial"/>
              </a:defRPr>
            </a:lvl9pPr>
          </a:lstStyle>
          <a:p xmlns:a="http://schemas.openxmlformats.org/drawingml/2006/main">
            <a:pPr>
              <a:defRPr sz="1950" b="0">
                <a:solidFill>
                  <a:srgbClr val="132B40"/>
                </a:solidFill>
                <a:latin typeface="Arial"/>
                <a:ea typeface="Arial"/>
                <a:cs typeface="Arial"/>
              </a:defRPr>
            </a:pPr>
            <a:r>
              <a:rPr sz="1950" b="0">
                <a:solidFill>
                  <a:srgbClr val="132B40"/>
                </a:solidFill>
                <a:latin typeface="Arial"/>
                <a:ea typeface="Arial"/>
                <a:cs typeface="Arial"/>
              </a:rPr>
              <a:t>Histograms capture intensity distribution; global values summarize brightness and contrast.</a:t>
            </a:r>
          </a:p>
        </p:txBody>
      </p:sp>
      <p:sp>
        <p:nvSpPr>
          <p:cNvPr id="6" name="">
            <a:extLst xmlns:a="http://schemas.openxmlformats.org/drawingml/2006/main">
              <a:ext uri="{FF2B5EF4-FFF2-40B4-BE49-F238E27FC236}">
                <a16:creationId xmlns:a16="http://schemas.microsoft.com/office/drawing/2014/main" id="{FA058EF5-739D-472A-B54C-85DF341B8504}"/>
              </a:ext>
            </a:extLst>
          </p:cNvPr>
          <p:cNvSpPr>
            <a:spLocks xmlns:a="http://schemas.openxmlformats.org/drawingml/2006/main" noGrp="1"/>
          </p:cNvSpPr>
          <p:nvPr/>
        </p:nvSpPr>
        <p:spPr>
          <a:xfrm xmlns:a="http://schemas.openxmlformats.org/drawingml/2006/main">
            <a:off x="685800" y="4343400"/>
            <a:ext cx="1057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132B40"/>
                </a:solidFill>
                <a:latin typeface="Arial"/>
                <a:ea typeface="Arial"/>
                <a:cs typeface="Arial"/>
              </a:defRPr>
            </a:defPPr>
            <a:lvl1pPr>
              <a:defRPr sz="1950" b="0">
                <a:solidFill>
                  <a:srgbClr val="132B40"/>
                </a:solidFill>
                <a:latin typeface="Arial"/>
                <a:ea typeface="Arial"/>
                <a:cs typeface="Arial"/>
              </a:defRPr>
            </a:lvl1pPr>
            <a:lvl2pPr>
              <a:defRPr sz="1950" b="0">
                <a:solidFill>
                  <a:srgbClr val="132B40"/>
                </a:solidFill>
                <a:latin typeface="Arial"/>
                <a:ea typeface="Arial"/>
                <a:cs typeface="Arial"/>
              </a:defRPr>
            </a:lvl2pPr>
            <a:lvl3pPr>
              <a:defRPr sz="1950" b="0">
                <a:solidFill>
                  <a:srgbClr val="132B40"/>
                </a:solidFill>
                <a:latin typeface="Arial"/>
                <a:ea typeface="Arial"/>
                <a:cs typeface="Arial"/>
              </a:defRPr>
            </a:lvl3pPr>
            <a:lvl4pPr>
              <a:defRPr sz="1950" b="0">
                <a:solidFill>
                  <a:srgbClr val="132B40"/>
                </a:solidFill>
                <a:latin typeface="Arial"/>
                <a:ea typeface="Arial"/>
                <a:cs typeface="Arial"/>
              </a:defRPr>
            </a:lvl4pPr>
            <a:lvl5pPr>
              <a:defRPr sz="1950" b="0">
                <a:solidFill>
                  <a:srgbClr val="132B40"/>
                </a:solidFill>
                <a:latin typeface="Arial"/>
                <a:ea typeface="Arial"/>
                <a:cs typeface="Arial"/>
              </a:defRPr>
            </a:lvl5pPr>
            <a:lvl6pPr>
              <a:defRPr sz="1950" b="0">
                <a:solidFill>
                  <a:srgbClr val="132B40"/>
                </a:solidFill>
                <a:latin typeface="Arial"/>
                <a:ea typeface="Arial"/>
                <a:cs typeface="Arial"/>
              </a:defRPr>
            </a:lvl6pPr>
            <a:lvl7pPr>
              <a:defRPr sz="1950" b="0">
                <a:solidFill>
                  <a:srgbClr val="132B40"/>
                </a:solidFill>
                <a:latin typeface="Arial"/>
                <a:ea typeface="Arial"/>
                <a:cs typeface="Arial"/>
              </a:defRPr>
            </a:lvl7pPr>
            <a:lvl8pPr>
              <a:defRPr sz="1950" b="0">
                <a:solidFill>
                  <a:srgbClr val="132B40"/>
                </a:solidFill>
                <a:latin typeface="Arial"/>
                <a:ea typeface="Arial"/>
                <a:cs typeface="Arial"/>
              </a:defRPr>
            </a:lvl8pPr>
            <a:lvl9pPr>
              <a:defRPr sz="1950" b="0">
                <a:solidFill>
                  <a:srgbClr val="132B40"/>
                </a:solidFill>
                <a:latin typeface="Arial"/>
                <a:ea typeface="Arial"/>
                <a:cs typeface="Arial"/>
              </a:defRPr>
            </a:lvl9pPr>
          </a:lstStyle>
          <a:p xmlns:a="http://schemas.openxmlformats.org/drawingml/2006/main">
            <a:pPr>
              <a:defRPr sz="1950" b="0">
                <a:solidFill>
                  <a:srgbClr val="132B40"/>
                </a:solidFill>
                <a:latin typeface="Arial"/>
                <a:ea typeface="Arial"/>
                <a:cs typeface="Arial"/>
              </a:defRPr>
            </a:pPr>
            <a:r>
              <a:rPr sz="1950" b="0">
                <a:solidFill>
                  <a:srgbClr val="132B40"/>
                </a:solidFill>
                <a:latin typeface="Arial"/>
                <a:ea typeface="Arial"/>
                <a:cs typeface="Arial"/>
              </a:rPr>
              <a:t>Raw pixels, HOG/LBP, PCA or CNN features are alternatives with different detail, complexity and interpretability.</a:t>
            </a:r>
          </a:p>
        </p:txBody>
      </p:sp>
      <p:sp>
        <p:nvSpPr>
          <p:cNvPr id="7" name="">
            <a:extLst xmlns:a="http://schemas.openxmlformats.org/drawingml/2006/main">
              <a:ext uri="{FF2B5EF4-FFF2-40B4-BE49-F238E27FC236}">
                <a16:creationId xmlns:a16="http://schemas.microsoft.com/office/drawing/2014/main" id="{5137D54A-B5BC-42FF-8B0C-7908D2D661CC}"/>
              </a:ext>
            </a:extLst>
          </p:cNvPr>
          <p:cNvSpPr>
            <a:spLocks xmlns:a="http://schemas.openxmlformats.org/drawingml/2006/main" noGrp="1"/>
          </p:cNvSpPr>
          <p:nvPr/>
        </p:nvSpPr>
        <p:spPr>
          <a:xfrm xmlns:a="http://schemas.openxmlformats.org/drawingml/2006/main">
            <a:off x="685800" y="4991100"/>
            <a:ext cx="1057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132B40"/>
                </a:solidFill>
                <a:latin typeface="Arial"/>
                <a:ea typeface="Arial"/>
                <a:cs typeface="Arial"/>
              </a:defRPr>
            </a:defPPr>
            <a:lvl1pPr>
              <a:defRPr sz="1950" b="0">
                <a:solidFill>
                  <a:srgbClr val="132B40"/>
                </a:solidFill>
                <a:latin typeface="Arial"/>
                <a:ea typeface="Arial"/>
                <a:cs typeface="Arial"/>
              </a:defRPr>
            </a:lvl1pPr>
            <a:lvl2pPr>
              <a:defRPr sz="1950" b="0">
                <a:solidFill>
                  <a:srgbClr val="132B40"/>
                </a:solidFill>
                <a:latin typeface="Arial"/>
                <a:ea typeface="Arial"/>
                <a:cs typeface="Arial"/>
              </a:defRPr>
            </a:lvl2pPr>
            <a:lvl3pPr>
              <a:defRPr sz="1950" b="0">
                <a:solidFill>
                  <a:srgbClr val="132B40"/>
                </a:solidFill>
                <a:latin typeface="Arial"/>
                <a:ea typeface="Arial"/>
                <a:cs typeface="Arial"/>
              </a:defRPr>
            </a:lvl3pPr>
            <a:lvl4pPr>
              <a:defRPr sz="1950" b="0">
                <a:solidFill>
                  <a:srgbClr val="132B40"/>
                </a:solidFill>
                <a:latin typeface="Arial"/>
                <a:ea typeface="Arial"/>
                <a:cs typeface="Arial"/>
              </a:defRPr>
            </a:lvl4pPr>
            <a:lvl5pPr>
              <a:defRPr sz="1950" b="0">
                <a:solidFill>
                  <a:srgbClr val="132B40"/>
                </a:solidFill>
                <a:latin typeface="Arial"/>
                <a:ea typeface="Arial"/>
                <a:cs typeface="Arial"/>
              </a:defRPr>
            </a:lvl5pPr>
            <a:lvl6pPr>
              <a:defRPr sz="1950" b="0">
                <a:solidFill>
                  <a:srgbClr val="132B40"/>
                </a:solidFill>
                <a:latin typeface="Arial"/>
                <a:ea typeface="Arial"/>
                <a:cs typeface="Arial"/>
              </a:defRPr>
            </a:lvl6pPr>
            <a:lvl7pPr>
              <a:defRPr sz="1950" b="0">
                <a:solidFill>
                  <a:srgbClr val="132B40"/>
                </a:solidFill>
                <a:latin typeface="Arial"/>
                <a:ea typeface="Arial"/>
                <a:cs typeface="Arial"/>
              </a:defRPr>
            </a:lvl7pPr>
            <a:lvl8pPr>
              <a:defRPr sz="1950" b="0">
                <a:solidFill>
                  <a:srgbClr val="132B40"/>
                </a:solidFill>
                <a:latin typeface="Arial"/>
                <a:ea typeface="Arial"/>
                <a:cs typeface="Arial"/>
              </a:defRPr>
            </a:lvl8pPr>
            <a:lvl9pPr>
              <a:defRPr sz="1950" b="0">
                <a:solidFill>
                  <a:srgbClr val="132B40"/>
                </a:solidFill>
                <a:latin typeface="Arial"/>
                <a:ea typeface="Arial"/>
                <a:cs typeface="Arial"/>
              </a:defRPr>
            </a:lvl9pPr>
          </a:lstStyle>
          <a:p xmlns:a="http://schemas.openxmlformats.org/drawingml/2006/main">
            <a:pPr>
              <a:defRPr sz="1950" b="0">
                <a:solidFill>
                  <a:srgbClr val="132B40"/>
                </a:solidFill>
                <a:latin typeface="Arial"/>
                <a:ea typeface="Arial"/>
                <a:cs typeface="Arial"/>
              </a:defRPr>
            </a:pPr>
            <a:r>
              <a:rPr sz="1950" b="0">
                <a:solidFill>
                  <a:srgbClr val="132B40"/>
                </a:solidFill>
                <a:latin typeface="Arial"/>
                <a:ea typeface="Arial"/>
                <a:cs typeface="Arial"/>
              </a:rPr>
              <a:t>These summaries can discard subtle features or retain padding/acquisition shortcuts.</a:t>
            </a:r>
          </a:p>
        </p:txBody>
      </p:sp>
    </p:spTree>
    <p:extLst>
      <p:ext uri="{BB962C8B-B14F-4D97-AF65-F5344CB8AC3E}">
        <p14:creationId xmlns:p14="http://schemas.microsoft.com/office/powerpoint/2010/main" val="1975119257"/>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967CC673-D48C-4352-8774-AD64A54900CF}"/>
              </a:ext>
            </a:extLst>
          </p:cNvPr>
          <p:cNvSpPr>
            <a:spLocks xmlns:a="http://schemas.openxmlformats.org/drawingml/2006/main" noGrp="1"/>
          </p:cNvSpPr>
          <p:nvPr/>
        </p:nvSpPr>
        <p:spPr>
          <a:xfrm xmlns:a="http://schemas.openxmlformats.org/drawingml/2006/main">
            <a:off x="609600" y="43815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32B40"/>
                </a:solidFill>
                <a:latin typeface="Arial"/>
                <a:ea typeface="Arial"/>
                <a:cs typeface="Arial"/>
              </a:defRPr>
            </a:defPPr>
            <a:lvl1pPr>
              <a:defRPr sz="3225" b="1">
                <a:solidFill>
                  <a:srgbClr val="132B40"/>
                </a:solidFill>
                <a:latin typeface="Arial"/>
                <a:ea typeface="Arial"/>
                <a:cs typeface="Arial"/>
              </a:defRPr>
            </a:lvl1pPr>
            <a:lvl2pPr>
              <a:defRPr sz="3225" b="1">
                <a:solidFill>
                  <a:srgbClr val="132B40"/>
                </a:solidFill>
                <a:latin typeface="Arial"/>
                <a:ea typeface="Arial"/>
                <a:cs typeface="Arial"/>
              </a:defRPr>
            </a:lvl2pPr>
            <a:lvl3pPr>
              <a:defRPr sz="3225" b="1">
                <a:solidFill>
                  <a:srgbClr val="132B40"/>
                </a:solidFill>
                <a:latin typeface="Arial"/>
                <a:ea typeface="Arial"/>
                <a:cs typeface="Arial"/>
              </a:defRPr>
            </a:lvl3pPr>
            <a:lvl4pPr>
              <a:defRPr sz="3225" b="1">
                <a:solidFill>
                  <a:srgbClr val="132B40"/>
                </a:solidFill>
                <a:latin typeface="Arial"/>
                <a:ea typeface="Arial"/>
                <a:cs typeface="Arial"/>
              </a:defRPr>
            </a:lvl4pPr>
            <a:lvl5pPr>
              <a:defRPr sz="3225" b="1">
                <a:solidFill>
                  <a:srgbClr val="132B40"/>
                </a:solidFill>
                <a:latin typeface="Arial"/>
                <a:ea typeface="Arial"/>
                <a:cs typeface="Arial"/>
              </a:defRPr>
            </a:lvl5pPr>
            <a:lvl6pPr>
              <a:defRPr sz="3225" b="1">
                <a:solidFill>
                  <a:srgbClr val="132B40"/>
                </a:solidFill>
                <a:latin typeface="Arial"/>
                <a:ea typeface="Arial"/>
                <a:cs typeface="Arial"/>
              </a:defRPr>
            </a:lvl6pPr>
            <a:lvl7pPr>
              <a:defRPr sz="3225" b="1">
                <a:solidFill>
                  <a:srgbClr val="132B40"/>
                </a:solidFill>
                <a:latin typeface="Arial"/>
                <a:ea typeface="Arial"/>
                <a:cs typeface="Arial"/>
              </a:defRPr>
            </a:lvl7pPr>
            <a:lvl8pPr>
              <a:defRPr sz="3225" b="1">
                <a:solidFill>
                  <a:srgbClr val="132B40"/>
                </a:solidFill>
                <a:latin typeface="Arial"/>
                <a:ea typeface="Arial"/>
                <a:cs typeface="Arial"/>
              </a:defRPr>
            </a:lvl8pPr>
            <a:lvl9pPr>
              <a:defRPr sz="3225" b="1">
                <a:solidFill>
                  <a:srgbClr val="132B40"/>
                </a:solidFill>
                <a:latin typeface="Arial"/>
                <a:ea typeface="Arial"/>
                <a:cs typeface="Arial"/>
              </a:defRPr>
            </a:lvl9pPr>
          </a:lstStyle>
          <a:p xmlns:a="http://schemas.openxmlformats.org/drawingml/2006/main">
            <a:pPr>
              <a:defRPr sz="3225" b="1">
                <a:solidFill>
                  <a:srgbClr val="132B40"/>
                </a:solidFill>
                <a:latin typeface="Arial"/>
                <a:ea typeface="Arial"/>
                <a:cs typeface="Arial"/>
              </a:defRPr>
            </a:pPr>
            <a:r>
              <a:rPr sz="3225" b="1">
                <a:solidFill>
                  <a:srgbClr val="132B40"/>
                </a:solidFill>
                <a:latin typeface="Arial"/>
                <a:ea typeface="Arial"/>
                <a:cs typeface="Arial"/>
              </a:rPr>
              <a:t>Feature scaling: standardization</a:t>
            </a:r>
          </a:p>
        </p:txBody>
      </p:sp>
      <p:sp>
        <p:nvSpPr>
          <p:cNvPr id="2" name="">
            <a:extLst xmlns:a="http://schemas.openxmlformats.org/drawingml/2006/main">
              <a:ext uri="{FF2B5EF4-FFF2-40B4-BE49-F238E27FC236}">
                <a16:creationId xmlns:a16="http://schemas.microsoft.com/office/drawing/2014/main" id="{73A9BE7E-B9C9-49F9-83E4-DA3CC65AD67A}"/>
              </a:ext>
            </a:extLst>
          </p:cNvPr>
          <p:cNvSpPr>
            <a:spLocks xmlns:a="http://schemas.openxmlformats.org/drawingml/2006/main" noGrp="1"/>
          </p:cNvSpPr>
          <p:nvPr/>
        </p:nvSpPr>
        <p:spPr>
          <a:xfrm xmlns:a="http://schemas.openxmlformats.org/drawingml/2006/main">
            <a:off x="11144250" y="6353175"/>
            <a:ext cx="523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4C6070"/>
                </a:solidFill>
                <a:latin typeface="Arial"/>
                <a:ea typeface="Arial"/>
                <a:cs typeface="Arial"/>
              </a:defRPr>
            </a:defPPr>
            <a:lvl1pPr>
              <a:defRPr sz="1275" b="0">
                <a:solidFill>
                  <a:srgbClr val="4C6070"/>
                </a:solidFill>
                <a:latin typeface="Arial"/>
                <a:ea typeface="Arial"/>
                <a:cs typeface="Arial"/>
              </a:defRPr>
            </a:lvl1pPr>
            <a:lvl2pPr>
              <a:defRPr sz="1275" b="0">
                <a:solidFill>
                  <a:srgbClr val="4C6070"/>
                </a:solidFill>
                <a:latin typeface="Arial"/>
                <a:ea typeface="Arial"/>
                <a:cs typeface="Arial"/>
              </a:defRPr>
            </a:lvl2pPr>
            <a:lvl3pPr>
              <a:defRPr sz="1275" b="0">
                <a:solidFill>
                  <a:srgbClr val="4C6070"/>
                </a:solidFill>
                <a:latin typeface="Arial"/>
                <a:ea typeface="Arial"/>
                <a:cs typeface="Arial"/>
              </a:defRPr>
            </a:lvl3pPr>
            <a:lvl4pPr>
              <a:defRPr sz="1275" b="0">
                <a:solidFill>
                  <a:srgbClr val="4C6070"/>
                </a:solidFill>
                <a:latin typeface="Arial"/>
                <a:ea typeface="Arial"/>
                <a:cs typeface="Arial"/>
              </a:defRPr>
            </a:lvl4pPr>
            <a:lvl5pPr>
              <a:defRPr sz="1275" b="0">
                <a:solidFill>
                  <a:srgbClr val="4C6070"/>
                </a:solidFill>
                <a:latin typeface="Arial"/>
                <a:ea typeface="Arial"/>
                <a:cs typeface="Arial"/>
              </a:defRPr>
            </a:lvl5pPr>
            <a:lvl6pPr>
              <a:defRPr sz="1275" b="0">
                <a:solidFill>
                  <a:srgbClr val="4C6070"/>
                </a:solidFill>
                <a:latin typeface="Arial"/>
                <a:ea typeface="Arial"/>
                <a:cs typeface="Arial"/>
              </a:defRPr>
            </a:lvl6pPr>
            <a:lvl7pPr>
              <a:defRPr sz="1275" b="0">
                <a:solidFill>
                  <a:srgbClr val="4C6070"/>
                </a:solidFill>
                <a:latin typeface="Arial"/>
                <a:ea typeface="Arial"/>
                <a:cs typeface="Arial"/>
              </a:defRPr>
            </a:lvl7pPr>
            <a:lvl8pPr>
              <a:defRPr sz="1275" b="0">
                <a:solidFill>
                  <a:srgbClr val="4C6070"/>
                </a:solidFill>
                <a:latin typeface="Arial"/>
                <a:ea typeface="Arial"/>
                <a:cs typeface="Arial"/>
              </a:defRPr>
            </a:lvl8pPr>
            <a:lvl9pPr>
              <a:defRPr sz="1275" b="0">
                <a:solidFill>
                  <a:srgbClr val="4C6070"/>
                </a:solidFill>
                <a:latin typeface="Arial"/>
                <a:ea typeface="Arial"/>
                <a:cs typeface="Arial"/>
              </a:defRPr>
            </a:lvl9pPr>
          </a:lstStyle>
          <a:p xmlns:a="http://schemas.openxmlformats.org/drawingml/2006/main">
            <a:pPr>
              <a:defRPr sz="1275" b="0">
                <a:solidFill>
                  <a:srgbClr val="4C6070"/>
                </a:solidFill>
                <a:latin typeface="Arial"/>
                <a:ea typeface="Arial"/>
                <a:cs typeface="Arial"/>
              </a:defRPr>
            </a:pPr>
            <a:r>
              <a:rPr sz="1275" b="0">
                <a:solidFill>
                  <a:srgbClr val="4C6070"/>
                </a:solidFill>
                <a:latin typeface="Arial"/>
                <a:ea typeface="Arial"/>
                <a:cs typeface="Arial"/>
              </a:rPr>
              <a:t>09</a:t>
            </a:r>
          </a:p>
        </p:txBody>
      </p:sp>
      <p:sp>
        <p:nvSpPr>
          <p:cNvPr id="3" name="">
            <a:extLst xmlns:a="http://schemas.openxmlformats.org/drawingml/2006/main">
              <a:ext uri="{FF2B5EF4-FFF2-40B4-BE49-F238E27FC236}">
                <a16:creationId xmlns:a16="http://schemas.microsoft.com/office/drawing/2014/main" id="{440543BF-8821-402B-9365-78C351D8C61B}"/>
              </a:ext>
            </a:extLst>
          </p:cNvPr>
          <p:cNvSpPr>
            <a:spLocks xmlns:a="http://schemas.openxmlformats.org/drawingml/2006/main" noGrp="1"/>
          </p:cNvSpPr>
          <p:nvPr/>
        </p:nvSpPr>
        <p:spPr>
          <a:xfrm xmlns:a="http://schemas.openxmlformats.org/drawingml/2006/main">
            <a:off x="685800" y="1123950"/>
            <a:ext cx="10572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087F8C"/>
                </a:solidFill>
                <a:latin typeface="Arial"/>
                <a:ea typeface="Arial"/>
                <a:cs typeface="Arial"/>
              </a:defRPr>
            </a:defPPr>
            <a:lvl1pPr>
              <a:defRPr sz="2100" b="1">
                <a:solidFill>
                  <a:srgbClr val="087F8C"/>
                </a:solidFill>
                <a:latin typeface="Arial"/>
                <a:ea typeface="Arial"/>
                <a:cs typeface="Arial"/>
              </a:defRPr>
            </a:lvl1pPr>
            <a:lvl2pPr>
              <a:defRPr sz="2100" b="1">
                <a:solidFill>
                  <a:srgbClr val="087F8C"/>
                </a:solidFill>
                <a:latin typeface="Arial"/>
                <a:ea typeface="Arial"/>
                <a:cs typeface="Arial"/>
              </a:defRPr>
            </a:lvl2pPr>
            <a:lvl3pPr>
              <a:defRPr sz="2100" b="1">
                <a:solidFill>
                  <a:srgbClr val="087F8C"/>
                </a:solidFill>
                <a:latin typeface="Arial"/>
                <a:ea typeface="Arial"/>
                <a:cs typeface="Arial"/>
              </a:defRPr>
            </a:lvl3pPr>
            <a:lvl4pPr>
              <a:defRPr sz="2100" b="1">
                <a:solidFill>
                  <a:srgbClr val="087F8C"/>
                </a:solidFill>
                <a:latin typeface="Arial"/>
                <a:ea typeface="Arial"/>
                <a:cs typeface="Arial"/>
              </a:defRPr>
            </a:lvl4pPr>
            <a:lvl5pPr>
              <a:defRPr sz="2100" b="1">
                <a:solidFill>
                  <a:srgbClr val="087F8C"/>
                </a:solidFill>
                <a:latin typeface="Arial"/>
                <a:ea typeface="Arial"/>
                <a:cs typeface="Arial"/>
              </a:defRPr>
            </a:lvl5pPr>
            <a:lvl6pPr>
              <a:defRPr sz="2100" b="1">
                <a:solidFill>
                  <a:srgbClr val="087F8C"/>
                </a:solidFill>
                <a:latin typeface="Arial"/>
                <a:ea typeface="Arial"/>
                <a:cs typeface="Arial"/>
              </a:defRPr>
            </a:lvl6pPr>
            <a:lvl7pPr>
              <a:defRPr sz="2100" b="1">
                <a:solidFill>
                  <a:srgbClr val="087F8C"/>
                </a:solidFill>
                <a:latin typeface="Arial"/>
                <a:ea typeface="Arial"/>
                <a:cs typeface="Arial"/>
              </a:defRPr>
            </a:lvl7pPr>
            <a:lvl8pPr>
              <a:defRPr sz="2100" b="1">
                <a:solidFill>
                  <a:srgbClr val="087F8C"/>
                </a:solidFill>
                <a:latin typeface="Arial"/>
                <a:ea typeface="Arial"/>
                <a:cs typeface="Arial"/>
              </a:defRPr>
            </a:lvl8pPr>
            <a:lvl9pPr>
              <a:defRPr sz="2100" b="1">
                <a:solidFill>
                  <a:srgbClr val="087F8C"/>
                </a:solidFill>
                <a:latin typeface="Arial"/>
                <a:ea typeface="Arial"/>
                <a:cs typeface="Arial"/>
              </a:defRPr>
            </a:lvl9pPr>
          </a:lstStyle>
          <a:p xmlns:a="http://schemas.openxmlformats.org/drawingml/2006/main">
            <a:pPr>
              <a:defRPr sz="2100" b="1">
                <a:solidFill>
                  <a:srgbClr val="087F8C"/>
                </a:solidFill>
                <a:latin typeface="Arial"/>
                <a:ea typeface="Arial"/>
                <a:cs typeface="Arial"/>
              </a:defRPr>
            </a:pPr>
            <a:r>
              <a:rPr sz="2100" b="1">
                <a:solidFill>
                  <a:srgbClr val="087F8C"/>
                </a:solidFill>
                <a:latin typeface="Arial"/>
                <a:ea typeface="Arial"/>
                <a:cs typeface="Arial"/>
              </a:rPr>
              <a:t>z = (x − μ_train) / σ_train</a:t>
            </a:r>
          </a:p>
        </p:txBody>
      </p:sp>
      <p:sp>
        <p:nvSpPr>
          <p:cNvPr id="4" name="">
            <a:extLst xmlns:a="http://schemas.openxmlformats.org/drawingml/2006/main">
              <a:ext uri="{FF2B5EF4-FFF2-40B4-BE49-F238E27FC236}">
                <a16:creationId xmlns:a16="http://schemas.microsoft.com/office/drawing/2014/main" id="{80A4B864-BAEE-455D-AF44-FE09BE2AE919}"/>
              </a:ext>
            </a:extLst>
          </p:cNvPr>
          <p:cNvSpPr>
            <a:spLocks xmlns:a="http://schemas.openxmlformats.org/drawingml/2006/main" noGrp="1"/>
          </p:cNvSpPr>
          <p:nvPr/>
        </p:nvSpPr>
        <p:spPr>
          <a:xfrm xmlns:a="http://schemas.openxmlformats.org/drawingml/2006/main">
            <a:off x="685800" y="1476375"/>
            <a:ext cx="1057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0">
                <a:solidFill>
                  <a:srgbClr val="4C6070"/>
                </a:solidFill>
                <a:latin typeface="Arial"/>
                <a:ea typeface="Arial"/>
                <a:cs typeface="Arial"/>
              </a:defRPr>
            </a:defPPr>
            <a:lvl1pPr>
              <a:defRPr sz="1425" b="0">
                <a:solidFill>
                  <a:srgbClr val="4C6070"/>
                </a:solidFill>
                <a:latin typeface="Arial"/>
                <a:ea typeface="Arial"/>
                <a:cs typeface="Arial"/>
              </a:defRPr>
            </a:lvl1pPr>
            <a:lvl2pPr>
              <a:defRPr sz="1425" b="0">
                <a:solidFill>
                  <a:srgbClr val="4C6070"/>
                </a:solidFill>
                <a:latin typeface="Arial"/>
                <a:ea typeface="Arial"/>
                <a:cs typeface="Arial"/>
              </a:defRPr>
            </a:lvl2pPr>
            <a:lvl3pPr>
              <a:defRPr sz="1425" b="0">
                <a:solidFill>
                  <a:srgbClr val="4C6070"/>
                </a:solidFill>
                <a:latin typeface="Arial"/>
                <a:ea typeface="Arial"/>
                <a:cs typeface="Arial"/>
              </a:defRPr>
            </a:lvl3pPr>
            <a:lvl4pPr>
              <a:defRPr sz="1425" b="0">
                <a:solidFill>
                  <a:srgbClr val="4C6070"/>
                </a:solidFill>
                <a:latin typeface="Arial"/>
                <a:ea typeface="Arial"/>
                <a:cs typeface="Arial"/>
              </a:defRPr>
            </a:lvl4pPr>
            <a:lvl5pPr>
              <a:defRPr sz="1425" b="0">
                <a:solidFill>
                  <a:srgbClr val="4C6070"/>
                </a:solidFill>
                <a:latin typeface="Arial"/>
                <a:ea typeface="Arial"/>
                <a:cs typeface="Arial"/>
              </a:defRPr>
            </a:lvl5pPr>
            <a:lvl6pPr>
              <a:defRPr sz="1425" b="0">
                <a:solidFill>
                  <a:srgbClr val="4C6070"/>
                </a:solidFill>
                <a:latin typeface="Arial"/>
                <a:ea typeface="Arial"/>
                <a:cs typeface="Arial"/>
              </a:defRPr>
            </a:lvl6pPr>
            <a:lvl7pPr>
              <a:defRPr sz="1425" b="0">
                <a:solidFill>
                  <a:srgbClr val="4C6070"/>
                </a:solidFill>
                <a:latin typeface="Arial"/>
                <a:ea typeface="Arial"/>
                <a:cs typeface="Arial"/>
              </a:defRPr>
            </a:lvl7pPr>
            <a:lvl8pPr>
              <a:defRPr sz="1425" b="0">
                <a:solidFill>
                  <a:srgbClr val="4C6070"/>
                </a:solidFill>
                <a:latin typeface="Arial"/>
                <a:ea typeface="Arial"/>
                <a:cs typeface="Arial"/>
              </a:defRPr>
            </a:lvl8pPr>
            <a:lvl9pPr>
              <a:defRPr sz="1425" b="0">
                <a:solidFill>
                  <a:srgbClr val="4C6070"/>
                </a:solidFill>
                <a:latin typeface="Arial"/>
                <a:ea typeface="Arial"/>
                <a:cs typeface="Arial"/>
              </a:defRPr>
            </a:lvl9pPr>
          </a:lstStyle>
          <a:p xmlns:a="http://schemas.openxmlformats.org/drawingml/2006/main">
            <a:pPr>
              <a:defRPr sz="1425" b="0">
                <a:solidFill>
                  <a:srgbClr val="4C6070"/>
                </a:solidFill>
                <a:latin typeface="Arial"/>
                <a:ea typeface="Arial"/>
                <a:cs typeface="Arial"/>
              </a:defRPr>
            </a:pPr>
            <a:r>
              <a:rPr sz="1425" b="0">
                <a:solidFill>
                  <a:srgbClr val="4C6070"/>
                </a:solidFill>
                <a:latin typeface="Arial"/>
                <a:ea typeface="Arial"/>
                <a:cs typeface="Arial"/>
              </a:rPr>
              <a:t>Pixels are first divided by 255; standardization then scales each feature using training statistics.</a:t>
            </a:r>
          </a:p>
        </p:txBody>
      </p:sp>
      <p:pic>
        <p:nvPicPr>
          <p:cNvPr id="5" name="">
            <a:extLst xmlns:a="http://schemas.openxmlformats.org/drawingml/2006/main">
              <a:ext uri="{FF2B5EF4-FFF2-40B4-BE49-F238E27FC236}">
                <a16:creationId xmlns:a16="http://schemas.microsoft.com/office/drawing/2014/main" id="{02A27CF5-C6CB-4E9F-8A1D-5BAECDDA305F}"/>
              </a:ext>
            </a:extLst>
          </p:cNvPr>
          <p:cNvPicPr>
            <a:picLocks xmlns:a="http://schemas.openxmlformats.org/drawingml/2006/main" noChangeAspect="1"/>
          </p:cNvPicPr>
          <p:nvPr/>
        </p:nvPicPr>
        <p:blipFill>
          <a:blip xmlns:r="http://schemas.openxmlformats.org/officeDocument/2006/relationships" xmlns:a="http://schemas.openxmlformats.org/drawingml/2006/main" r:embed="R5449b72bd1084d83"/>
          <a:stretch xmlns:a="http://schemas.openxmlformats.org/drawingml/2006/main"/>
        </p:blipFill>
        <p:spPr>
          <a:xfrm xmlns:a="http://schemas.openxmlformats.org/drawingml/2006/main">
            <a:off x="3150961" y="1762125"/>
            <a:ext cx="5832929" cy="22860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94812D26-E652-45EE-A6A8-30D81F655D81}"/>
              </a:ext>
            </a:extLst>
          </p:cNvPr>
          <p:cNvSpPr>
            <a:spLocks xmlns:a="http://schemas.openxmlformats.org/drawingml/2006/main" noGrp="1"/>
          </p:cNvSpPr>
          <p:nvPr/>
        </p:nvSpPr>
        <p:spPr>
          <a:xfrm xmlns:a="http://schemas.openxmlformats.org/drawingml/2006/main">
            <a:off x="685800" y="4191000"/>
            <a:ext cx="10572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132B40"/>
                </a:solidFill>
                <a:latin typeface="Arial"/>
                <a:ea typeface="Arial"/>
                <a:cs typeface="Arial"/>
              </a:defRPr>
            </a:defPPr>
            <a:lvl1pPr>
              <a:defRPr sz="1650" b="0">
                <a:solidFill>
                  <a:srgbClr val="132B40"/>
                </a:solidFill>
                <a:latin typeface="Arial"/>
                <a:ea typeface="Arial"/>
                <a:cs typeface="Arial"/>
              </a:defRPr>
            </a:lvl1pPr>
            <a:lvl2pPr>
              <a:defRPr sz="1650" b="0">
                <a:solidFill>
                  <a:srgbClr val="132B40"/>
                </a:solidFill>
                <a:latin typeface="Arial"/>
                <a:ea typeface="Arial"/>
                <a:cs typeface="Arial"/>
              </a:defRPr>
            </a:lvl2pPr>
            <a:lvl3pPr>
              <a:defRPr sz="1650" b="0">
                <a:solidFill>
                  <a:srgbClr val="132B40"/>
                </a:solidFill>
                <a:latin typeface="Arial"/>
                <a:ea typeface="Arial"/>
                <a:cs typeface="Arial"/>
              </a:defRPr>
            </a:lvl3pPr>
            <a:lvl4pPr>
              <a:defRPr sz="1650" b="0">
                <a:solidFill>
                  <a:srgbClr val="132B40"/>
                </a:solidFill>
                <a:latin typeface="Arial"/>
                <a:ea typeface="Arial"/>
                <a:cs typeface="Arial"/>
              </a:defRPr>
            </a:lvl4pPr>
            <a:lvl5pPr>
              <a:defRPr sz="1650" b="0">
                <a:solidFill>
                  <a:srgbClr val="132B40"/>
                </a:solidFill>
                <a:latin typeface="Arial"/>
                <a:ea typeface="Arial"/>
                <a:cs typeface="Arial"/>
              </a:defRPr>
            </a:lvl5pPr>
            <a:lvl6pPr>
              <a:defRPr sz="1650" b="0">
                <a:solidFill>
                  <a:srgbClr val="132B40"/>
                </a:solidFill>
                <a:latin typeface="Arial"/>
                <a:ea typeface="Arial"/>
                <a:cs typeface="Arial"/>
              </a:defRPr>
            </a:lvl6pPr>
            <a:lvl7pPr>
              <a:defRPr sz="1650" b="0">
                <a:solidFill>
                  <a:srgbClr val="132B40"/>
                </a:solidFill>
                <a:latin typeface="Arial"/>
                <a:ea typeface="Arial"/>
                <a:cs typeface="Arial"/>
              </a:defRPr>
            </a:lvl7pPr>
            <a:lvl8pPr>
              <a:defRPr sz="1650" b="0">
                <a:solidFill>
                  <a:srgbClr val="132B40"/>
                </a:solidFill>
                <a:latin typeface="Arial"/>
                <a:ea typeface="Arial"/>
                <a:cs typeface="Arial"/>
              </a:defRPr>
            </a:lvl8pPr>
            <a:lvl9pPr>
              <a:defRPr sz="1650" b="0">
                <a:solidFill>
                  <a:srgbClr val="132B40"/>
                </a:solidFill>
                <a:latin typeface="Arial"/>
                <a:ea typeface="Arial"/>
                <a:cs typeface="Arial"/>
              </a:defRPr>
            </a:lvl9pPr>
          </a:lstStyle>
          <a:p xmlns:a="http://schemas.openxmlformats.org/drawingml/2006/main">
            <a:pPr>
              <a:defRPr sz="1650" b="0">
                <a:solidFill>
                  <a:srgbClr val="132B40"/>
                </a:solidFill>
                <a:latin typeface="Arial"/>
                <a:ea typeface="Arial"/>
                <a:cs typeface="Arial"/>
              </a:defRPr>
            </a:pPr>
            <a:r>
              <a:rPr sz="1650" b="0">
                <a:solidFill>
                  <a:srgbClr val="132B40"/>
                </a:solidFill>
                <a:latin typeface="Arial"/>
                <a:ea typeface="Arial"/>
                <a:cs typeface="Arial"/>
              </a:rPr>
              <a:t>Why: unlike-scales features can dominate gradient descent and L2 regularization.</a:t>
            </a:r>
          </a:p>
        </p:txBody>
      </p:sp>
      <p:sp>
        <p:nvSpPr>
          <p:cNvPr id="7" name="">
            <a:extLst xmlns:a="http://schemas.openxmlformats.org/drawingml/2006/main">
              <a:ext uri="{FF2B5EF4-FFF2-40B4-BE49-F238E27FC236}">
                <a16:creationId xmlns:a16="http://schemas.microsoft.com/office/drawing/2014/main" id="{A60BFB8A-51A9-4F42-8FC3-BEB65396656C}"/>
              </a:ext>
            </a:extLst>
          </p:cNvPr>
          <p:cNvSpPr>
            <a:spLocks xmlns:a="http://schemas.openxmlformats.org/drawingml/2006/main" noGrp="1"/>
          </p:cNvSpPr>
          <p:nvPr/>
        </p:nvSpPr>
        <p:spPr>
          <a:xfrm xmlns:a="http://schemas.openxmlformats.org/drawingml/2006/main">
            <a:off x="685800" y="4686300"/>
            <a:ext cx="10572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132B40"/>
                </a:solidFill>
                <a:latin typeface="Arial"/>
                <a:ea typeface="Arial"/>
                <a:cs typeface="Arial"/>
              </a:defRPr>
            </a:defPPr>
            <a:lvl1pPr>
              <a:defRPr sz="1650" b="0">
                <a:solidFill>
                  <a:srgbClr val="132B40"/>
                </a:solidFill>
                <a:latin typeface="Arial"/>
                <a:ea typeface="Arial"/>
                <a:cs typeface="Arial"/>
              </a:defRPr>
            </a:lvl1pPr>
            <a:lvl2pPr>
              <a:defRPr sz="1650" b="0">
                <a:solidFill>
                  <a:srgbClr val="132B40"/>
                </a:solidFill>
                <a:latin typeface="Arial"/>
                <a:ea typeface="Arial"/>
                <a:cs typeface="Arial"/>
              </a:defRPr>
            </a:lvl2pPr>
            <a:lvl3pPr>
              <a:defRPr sz="1650" b="0">
                <a:solidFill>
                  <a:srgbClr val="132B40"/>
                </a:solidFill>
                <a:latin typeface="Arial"/>
                <a:ea typeface="Arial"/>
                <a:cs typeface="Arial"/>
              </a:defRPr>
            </a:lvl3pPr>
            <a:lvl4pPr>
              <a:defRPr sz="1650" b="0">
                <a:solidFill>
                  <a:srgbClr val="132B40"/>
                </a:solidFill>
                <a:latin typeface="Arial"/>
                <a:ea typeface="Arial"/>
                <a:cs typeface="Arial"/>
              </a:defRPr>
            </a:lvl4pPr>
            <a:lvl5pPr>
              <a:defRPr sz="1650" b="0">
                <a:solidFill>
                  <a:srgbClr val="132B40"/>
                </a:solidFill>
                <a:latin typeface="Arial"/>
                <a:ea typeface="Arial"/>
                <a:cs typeface="Arial"/>
              </a:defRPr>
            </a:lvl5pPr>
            <a:lvl6pPr>
              <a:defRPr sz="1650" b="0">
                <a:solidFill>
                  <a:srgbClr val="132B40"/>
                </a:solidFill>
                <a:latin typeface="Arial"/>
                <a:ea typeface="Arial"/>
                <a:cs typeface="Arial"/>
              </a:defRPr>
            </a:lvl6pPr>
            <a:lvl7pPr>
              <a:defRPr sz="1650" b="0">
                <a:solidFill>
                  <a:srgbClr val="132B40"/>
                </a:solidFill>
                <a:latin typeface="Arial"/>
                <a:ea typeface="Arial"/>
                <a:cs typeface="Arial"/>
              </a:defRPr>
            </a:lvl7pPr>
            <a:lvl8pPr>
              <a:defRPr sz="1650" b="0">
                <a:solidFill>
                  <a:srgbClr val="132B40"/>
                </a:solidFill>
                <a:latin typeface="Arial"/>
                <a:ea typeface="Arial"/>
                <a:cs typeface="Arial"/>
              </a:defRPr>
            </a:lvl8pPr>
            <a:lvl9pPr>
              <a:defRPr sz="1650" b="0">
                <a:solidFill>
                  <a:srgbClr val="132B40"/>
                </a:solidFill>
                <a:latin typeface="Arial"/>
                <a:ea typeface="Arial"/>
                <a:cs typeface="Arial"/>
              </a:defRPr>
            </a:lvl9pPr>
          </a:lstStyle>
          <a:p xmlns:a="http://schemas.openxmlformats.org/drawingml/2006/main">
            <a:pPr>
              <a:defRPr sz="1650" b="0">
                <a:solidFill>
                  <a:srgbClr val="132B40"/>
                </a:solidFill>
                <a:latin typeface="Arial"/>
                <a:ea typeface="Arial"/>
                <a:cs typeface="Arial"/>
              </a:defRPr>
            </a:pPr>
            <a:r>
              <a:rPr sz="1650" b="0">
                <a:solidFill>
                  <a:srgbClr val="132B40"/>
                </a:solidFill>
                <a:latin typeface="Arial"/>
                <a:ea typeface="Arial"/>
                <a:cs typeface="Arial"/>
              </a:rPr>
              <a:t>Fit means and standard deviations on the current training fold only; reuse for validation.</a:t>
            </a:r>
          </a:p>
        </p:txBody>
      </p:sp>
      <p:sp>
        <p:nvSpPr>
          <p:cNvPr id="8" name="">
            <a:extLst xmlns:a="http://schemas.openxmlformats.org/drawingml/2006/main">
              <a:ext uri="{FF2B5EF4-FFF2-40B4-BE49-F238E27FC236}">
                <a16:creationId xmlns:a16="http://schemas.microsoft.com/office/drawing/2014/main" id="{01A2A6F0-4A65-47C6-8AEA-1C2982C1E9CF}"/>
              </a:ext>
            </a:extLst>
          </p:cNvPr>
          <p:cNvSpPr>
            <a:spLocks xmlns:a="http://schemas.openxmlformats.org/drawingml/2006/main" noGrp="1"/>
          </p:cNvSpPr>
          <p:nvPr/>
        </p:nvSpPr>
        <p:spPr>
          <a:xfrm xmlns:a="http://schemas.openxmlformats.org/drawingml/2006/main">
            <a:off x="685800" y="5181600"/>
            <a:ext cx="10572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132B40"/>
                </a:solidFill>
                <a:latin typeface="Arial"/>
                <a:ea typeface="Arial"/>
                <a:cs typeface="Arial"/>
              </a:defRPr>
            </a:defPPr>
            <a:lvl1pPr>
              <a:defRPr sz="1650" b="0">
                <a:solidFill>
                  <a:srgbClr val="132B40"/>
                </a:solidFill>
                <a:latin typeface="Arial"/>
                <a:ea typeface="Arial"/>
                <a:cs typeface="Arial"/>
              </a:defRPr>
            </a:lvl1pPr>
            <a:lvl2pPr>
              <a:defRPr sz="1650" b="0">
                <a:solidFill>
                  <a:srgbClr val="132B40"/>
                </a:solidFill>
                <a:latin typeface="Arial"/>
                <a:ea typeface="Arial"/>
                <a:cs typeface="Arial"/>
              </a:defRPr>
            </a:lvl2pPr>
            <a:lvl3pPr>
              <a:defRPr sz="1650" b="0">
                <a:solidFill>
                  <a:srgbClr val="132B40"/>
                </a:solidFill>
                <a:latin typeface="Arial"/>
                <a:ea typeface="Arial"/>
                <a:cs typeface="Arial"/>
              </a:defRPr>
            </a:lvl3pPr>
            <a:lvl4pPr>
              <a:defRPr sz="1650" b="0">
                <a:solidFill>
                  <a:srgbClr val="132B40"/>
                </a:solidFill>
                <a:latin typeface="Arial"/>
                <a:ea typeface="Arial"/>
                <a:cs typeface="Arial"/>
              </a:defRPr>
            </a:lvl4pPr>
            <a:lvl5pPr>
              <a:defRPr sz="1650" b="0">
                <a:solidFill>
                  <a:srgbClr val="132B40"/>
                </a:solidFill>
                <a:latin typeface="Arial"/>
                <a:ea typeface="Arial"/>
                <a:cs typeface="Arial"/>
              </a:defRPr>
            </a:lvl5pPr>
            <a:lvl6pPr>
              <a:defRPr sz="1650" b="0">
                <a:solidFill>
                  <a:srgbClr val="132B40"/>
                </a:solidFill>
                <a:latin typeface="Arial"/>
                <a:ea typeface="Arial"/>
                <a:cs typeface="Arial"/>
              </a:defRPr>
            </a:lvl6pPr>
            <a:lvl7pPr>
              <a:defRPr sz="1650" b="0">
                <a:solidFill>
                  <a:srgbClr val="132B40"/>
                </a:solidFill>
                <a:latin typeface="Arial"/>
                <a:ea typeface="Arial"/>
                <a:cs typeface="Arial"/>
              </a:defRPr>
            </a:lvl7pPr>
            <a:lvl8pPr>
              <a:defRPr sz="1650" b="0">
                <a:solidFill>
                  <a:srgbClr val="132B40"/>
                </a:solidFill>
                <a:latin typeface="Arial"/>
                <a:ea typeface="Arial"/>
                <a:cs typeface="Arial"/>
              </a:defRPr>
            </a:lvl8pPr>
            <a:lvl9pPr>
              <a:defRPr sz="1650" b="0">
                <a:solidFill>
                  <a:srgbClr val="132B40"/>
                </a:solidFill>
                <a:latin typeface="Arial"/>
                <a:ea typeface="Arial"/>
                <a:cs typeface="Arial"/>
              </a:defRPr>
            </a:lvl9pPr>
          </a:lstStyle>
          <a:p xmlns:a="http://schemas.openxmlformats.org/drawingml/2006/main">
            <a:pPr>
              <a:defRPr sz="1650" b="0">
                <a:solidFill>
                  <a:srgbClr val="132B40"/>
                </a:solidFill>
                <a:latin typeface="Arial"/>
                <a:ea typeface="Arial"/>
                <a:cs typeface="Arial"/>
              </a:defRPr>
            </a:pPr>
            <a:r>
              <a:rPr sz="1650" b="0">
                <a:solidFill>
                  <a:srgbClr val="132B40"/>
                </a:solidFill>
                <a:latin typeface="Arial"/>
                <a:ea typeface="Arial"/>
                <a:cs typeface="Arial"/>
              </a:rPr>
              <a:t>No scaling leaves unequal influence; min–max scaling is sensitive to extremes; tree models usually need no scaling.</a:t>
            </a:r>
          </a:p>
        </p:txBody>
      </p:sp>
      <p:sp>
        <p:nvSpPr>
          <p:cNvPr id="9" name="">
            <a:extLst xmlns:a="http://schemas.openxmlformats.org/drawingml/2006/main">
              <a:ext uri="{FF2B5EF4-FFF2-40B4-BE49-F238E27FC236}">
                <a16:creationId xmlns:a16="http://schemas.microsoft.com/office/drawing/2014/main" id="{6B34B218-C96C-4355-B7B5-C8582D3A7694}"/>
              </a:ext>
            </a:extLst>
          </p:cNvPr>
          <p:cNvSpPr>
            <a:spLocks xmlns:a="http://schemas.openxmlformats.org/drawingml/2006/main" noGrp="1"/>
          </p:cNvSpPr>
          <p:nvPr/>
        </p:nvSpPr>
        <p:spPr>
          <a:xfrm xmlns:a="http://schemas.openxmlformats.org/drawingml/2006/main">
            <a:off x="685800" y="5810250"/>
            <a:ext cx="1057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1">
                <a:solidFill>
                  <a:srgbClr val="087F8C"/>
                </a:solidFill>
                <a:latin typeface="Arial"/>
                <a:ea typeface="Arial"/>
                <a:cs typeface="Arial"/>
              </a:defRPr>
            </a:defPPr>
            <a:lvl1pPr>
              <a:defRPr sz="1575" b="1">
                <a:solidFill>
                  <a:srgbClr val="087F8C"/>
                </a:solidFill>
                <a:latin typeface="Arial"/>
                <a:ea typeface="Arial"/>
                <a:cs typeface="Arial"/>
              </a:defRPr>
            </a:lvl1pPr>
            <a:lvl2pPr>
              <a:defRPr sz="1575" b="1">
                <a:solidFill>
                  <a:srgbClr val="087F8C"/>
                </a:solidFill>
                <a:latin typeface="Arial"/>
                <a:ea typeface="Arial"/>
                <a:cs typeface="Arial"/>
              </a:defRPr>
            </a:lvl2pPr>
            <a:lvl3pPr>
              <a:defRPr sz="1575" b="1">
                <a:solidFill>
                  <a:srgbClr val="087F8C"/>
                </a:solidFill>
                <a:latin typeface="Arial"/>
                <a:ea typeface="Arial"/>
                <a:cs typeface="Arial"/>
              </a:defRPr>
            </a:lvl3pPr>
            <a:lvl4pPr>
              <a:defRPr sz="1575" b="1">
                <a:solidFill>
                  <a:srgbClr val="087F8C"/>
                </a:solidFill>
                <a:latin typeface="Arial"/>
                <a:ea typeface="Arial"/>
                <a:cs typeface="Arial"/>
              </a:defRPr>
            </a:lvl4pPr>
            <a:lvl5pPr>
              <a:defRPr sz="1575" b="1">
                <a:solidFill>
                  <a:srgbClr val="087F8C"/>
                </a:solidFill>
                <a:latin typeface="Arial"/>
                <a:ea typeface="Arial"/>
                <a:cs typeface="Arial"/>
              </a:defRPr>
            </a:lvl5pPr>
            <a:lvl6pPr>
              <a:defRPr sz="1575" b="1">
                <a:solidFill>
                  <a:srgbClr val="087F8C"/>
                </a:solidFill>
                <a:latin typeface="Arial"/>
                <a:ea typeface="Arial"/>
                <a:cs typeface="Arial"/>
              </a:defRPr>
            </a:lvl6pPr>
            <a:lvl7pPr>
              <a:defRPr sz="1575" b="1">
                <a:solidFill>
                  <a:srgbClr val="087F8C"/>
                </a:solidFill>
                <a:latin typeface="Arial"/>
                <a:ea typeface="Arial"/>
                <a:cs typeface="Arial"/>
              </a:defRPr>
            </a:lvl7pPr>
            <a:lvl8pPr>
              <a:defRPr sz="1575" b="1">
                <a:solidFill>
                  <a:srgbClr val="087F8C"/>
                </a:solidFill>
                <a:latin typeface="Arial"/>
                <a:ea typeface="Arial"/>
                <a:cs typeface="Arial"/>
              </a:defRPr>
            </a:lvl8pPr>
            <a:lvl9pPr>
              <a:defRPr sz="1575" b="1">
                <a:solidFill>
                  <a:srgbClr val="087F8C"/>
                </a:solidFill>
                <a:latin typeface="Arial"/>
                <a:ea typeface="Arial"/>
                <a:cs typeface="Arial"/>
              </a:defRPr>
            </a:lvl9pPr>
          </a:lstStyle>
          <a:p xmlns:a="http://schemas.openxmlformats.org/drawingml/2006/main">
            <a:pPr>
              <a:defRPr sz="1575" b="1">
                <a:solidFill>
                  <a:srgbClr val="087F8C"/>
                </a:solidFill>
                <a:latin typeface="Arial"/>
                <a:ea typeface="Arial"/>
                <a:cs typeface="Arial"/>
              </a:defRPr>
            </a:pPr>
            <a:r>
              <a:rPr sz="1575" b="1">
                <a:solidFill>
                  <a:srgbClr val="087F8C"/>
                </a:solidFill>
                <a:latin typeface="Arial"/>
                <a:ea typeface="Arial"/>
                <a:cs typeface="Arial"/>
              </a:rPr>
              <a:t>Scaling the full dataset before splitting would leak validation/test information.</a:t>
            </a:r>
          </a:p>
        </p:txBody>
      </p:sp>
    </p:spTree>
    <p:extLst>
      <p:ext uri="{BB962C8B-B14F-4D97-AF65-F5344CB8AC3E}">
        <p14:creationId xmlns:p14="http://schemas.microsoft.com/office/powerpoint/2010/main" val="1423743073"/>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3858489-C640-421B-BAF5-CC40762AC228}"/>
              </a:ext>
            </a:extLst>
          </p:cNvPr>
          <p:cNvSpPr>
            <a:spLocks xmlns:a="http://schemas.openxmlformats.org/drawingml/2006/main" noGrp="1"/>
          </p:cNvSpPr>
          <p:nvPr/>
        </p:nvSpPr>
        <p:spPr>
          <a:xfrm xmlns:a="http://schemas.openxmlformats.org/drawingml/2006/main">
            <a:off x="609600" y="43815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32B40"/>
                </a:solidFill>
                <a:latin typeface="Arial"/>
                <a:ea typeface="Arial"/>
                <a:cs typeface="Arial"/>
              </a:defRPr>
            </a:defPPr>
            <a:lvl1pPr>
              <a:defRPr sz="3225" b="1">
                <a:solidFill>
                  <a:srgbClr val="132B40"/>
                </a:solidFill>
                <a:latin typeface="Arial"/>
                <a:ea typeface="Arial"/>
                <a:cs typeface="Arial"/>
              </a:defRPr>
            </a:lvl1pPr>
            <a:lvl2pPr>
              <a:defRPr sz="3225" b="1">
                <a:solidFill>
                  <a:srgbClr val="132B40"/>
                </a:solidFill>
                <a:latin typeface="Arial"/>
                <a:ea typeface="Arial"/>
                <a:cs typeface="Arial"/>
              </a:defRPr>
            </a:lvl2pPr>
            <a:lvl3pPr>
              <a:defRPr sz="3225" b="1">
                <a:solidFill>
                  <a:srgbClr val="132B40"/>
                </a:solidFill>
                <a:latin typeface="Arial"/>
                <a:ea typeface="Arial"/>
                <a:cs typeface="Arial"/>
              </a:defRPr>
            </a:lvl3pPr>
            <a:lvl4pPr>
              <a:defRPr sz="3225" b="1">
                <a:solidFill>
                  <a:srgbClr val="132B40"/>
                </a:solidFill>
                <a:latin typeface="Arial"/>
                <a:ea typeface="Arial"/>
                <a:cs typeface="Arial"/>
              </a:defRPr>
            </a:lvl4pPr>
            <a:lvl5pPr>
              <a:defRPr sz="3225" b="1">
                <a:solidFill>
                  <a:srgbClr val="132B40"/>
                </a:solidFill>
                <a:latin typeface="Arial"/>
                <a:ea typeface="Arial"/>
                <a:cs typeface="Arial"/>
              </a:defRPr>
            </a:lvl5pPr>
            <a:lvl6pPr>
              <a:defRPr sz="3225" b="1">
                <a:solidFill>
                  <a:srgbClr val="132B40"/>
                </a:solidFill>
                <a:latin typeface="Arial"/>
                <a:ea typeface="Arial"/>
                <a:cs typeface="Arial"/>
              </a:defRPr>
            </a:lvl6pPr>
            <a:lvl7pPr>
              <a:defRPr sz="3225" b="1">
                <a:solidFill>
                  <a:srgbClr val="132B40"/>
                </a:solidFill>
                <a:latin typeface="Arial"/>
                <a:ea typeface="Arial"/>
                <a:cs typeface="Arial"/>
              </a:defRPr>
            </a:lvl7pPr>
            <a:lvl8pPr>
              <a:defRPr sz="3225" b="1">
                <a:solidFill>
                  <a:srgbClr val="132B40"/>
                </a:solidFill>
                <a:latin typeface="Arial"/>
                <a:ea typeface="Arial"/>
                <a:cs typeface="Arial"/>
              </a:defRPr>
            </a:lvl8pPr>
            <a:lvl9pPr>
              <a:defRPr sz="3225" b="1">
                <a:solidFill>
                  <a:srgbClr val="132B40"/>
                </a:solidFill>
                <a:latin typeface="Arial"/>
                <a:ea typeface="Arial"/>
                <a:cs typeface="Arial"/>
              </a:defRPr>
            </a:lvl9pPr>
          </a:lstStyle>
          <a:p xmlns:a="http://schemas.openxmlformats.org/drawingml/2006/main">
            <a:pPr>
              <a:defRPr sz="3225" b="1">
                <a:solidFill>
                  <a:srgbClr val="132B40"/>
                </a:solidFill>
                <a:latin typeface="Arial"/>
                <a:ea typeface="Arial"/>
                <a:cs typeface="Arial"/>
              </a:defRPr>
            </a:pPr>
            <a:r>
              <a:rPr sz="3225" b="1">
                <a:solidFill>
                  <a:srgbClr val="132B40"/>
                </a:solidFill>
                <a:latin typeface="Arial"/>
                <a:ea typeface="Arial"/>
                <a:cs typeface="Arial"/>
              </a:rPr>
              <a:t>Validation design &amp; leakage control</a:t>
            </a:r>
          </a:p>
        </p:txBody>
      </p:sp>
      <p:sp>
        <p:nvSpPr>
          <p:cNvPr id="2" name="">
            <a:extLst xmlns:a="http://schemas.openxmlformats.org/drawingml/2006/main">
              <a:ext uri="{FF2B5EF4-FFF2-40B4-BE49-F238E27FC236}">
                <a16:creationId xmlns:a16="http://schemas.microsoft.com/office/drawing/2014/main" id="{40147C11-B0C6-436E-948C-65405E0FFD56}"/>
              </a:ext>
            </a:extLst>
          </p:cNvPr>
          <p:cNvSpPr>
            <a:spLocks xmlns:a="http://schemas.openxmlformats.org/drawingml/2006/main" noGrp="1"/>
          </p:cNvSpPr>
          <p:nvPr/>
        </p:nvSpPr>
        <p:spPr>
          <a:xfrm xmlns:a="http://schemas.openxmlformats.org/drawingml/2006/main">
            <a:off x="11144250" y="6353175"/>
            <a:ext cx="523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4C6070"/>
                </a:solidFill>
                <a:latin typeface="Arial"/>
                <a:ea typeface="Arial"/>
                <a:cs typeface="Arial"/>
              </a:defRPr>
            </a:defPPr>
            <a:lvl1pPr>
              <a:defRPr sz="1275" b="0">
                <a:solidFill>
                  <a:srgbClr val="4C6070"/>
                </a:solidFill>
                <a:latin typeface="Arial"/>
                <a:ea typeface="Arial"/>
                <a:cs typeface="Arial"/>
              </a:defRPr>
            </a:lvl1pPr>
            <a:lvl2pPr>
              <a:defRPr sz="1275" b="0">
                <a:solidFill>
                  <a:srgbClr val="4C6070"/>
                </a:solidFill>
                <a:latin typeface="Arial"/>
                <a:ea typeface="Arial"/>
                <a:cs typeface="Arial"/>
              </a:defRPr>
            </a:lvl2pPr>
            <a:lvl3pPr>
              <a:defRPr sz="1275" b="0">
                <a:solidFill>
                  <a:srgbClr val="4C6070"/>
                </a:solidFill>
                <a:latin typeface="Arial"/>
                <a:ea typeface="Arial"/>
                <a:cs typeface="Arial"/>
              </a:defRPr>
            </a:lvl3pPr>
            <a:lvl4pPr>
              <a:defRPr sz="1275" b="0">
                <a:solidFill>
                  <a:srgbClr val="4C6070"/>
                </a:solidFill>
                <a:latin typeface="Arial"/>
                <a:ea typeface="Arial"/>
                <a:cs typeface="Arial"/>
              </a:defRPr>
            </a:lvl4pPr>
            <a:lvl5pPr>
              <a:defRPr sz="1275" b="0">
                <a:solidFill>
                  <a:srgbClr val="4C6070"/>
                </a:solidFill>
                <a:latin typeface="Arial"/>
                <a:ea typeface="Arial"/>
                <a:cs typeface="Arial"/>
              </a:defRPr>
            </a:lvl5pPr>
            <a:lvl6pPr>
              <a:defRPr sz="1275" b="0">
                <a:solidFill>
                  <a:srgbClr val="4C6070"/>
                </a:solidFill>
                <a:latin typeface="Arial"/>
                <a:ea typeface="Arial"/>
                <a:cs typeface="Arial"/>
              </a:defRPr>
            </a:lvl6pPr>
            <a:lvl7pPr>
              <a:defRPr sz="1275" b="0">
                <a:solidFill>
                  <a:srgbClr val="4C6070"/>
                </a:solidFill>
                <a:latin typeface="Arial"/>
                <a:ea typeface="Arial"/>
                <a:cs typeface="Arial"/>
              </a:defRPr>
            </a:lvl7pPr>
            <a:lvl8pPr>
              <a:defRPr sz="1275" b="0">
                <a:solidFill>
                  <a:srgbClr val="4C6070"/>
                </a:solidFill>
                <a:latin typeface="Arial"/>
                <a:ea typeface="Arial"/>
                <a:cs typeface="Arial"/>
              </a:defRPr>
            </a:lvl8pPr>
            <a:lvl9pPr>
              <a:defRPr sz="1275" b="0">
                <a:solidFill>
                  <a:srgbClr val="4C6070"/>
                </a:solidFill>
                <a:latin typeface="Arial"/>
                <a:ea typeface="Arial"/>
                <a:cs typeface="Arial"/>
              </a:defRPr>
            </a:lvl9pPr>
          </a:lstStyle>
          <a:p xmlns:a="http://schemas.openxmlformats.org/drawingml/2006/main">
            <a:pPr>
              <a:defRPr sz="1275" b="0">
                <a:solidFill>
                  <a:srgbClr val="4C6070"/>
                </a:solidFill>
                <a:latin typeface="Arial"/>
                <a:ea typeface="Arial"/>
                <a:cs typeface="Arial"/>
              </a:defRPr>
            </a:pPr>
            <a:r>
              <a:rPr sz="1275" b="0">
                <a:solidFill>
                  <a:srgbClr val="4C6070"/>
                </a:solidFill>
                <a:latin typeface="Arial"/>
                <a:ea typeface="Arial"/>
                <a:cs typeface="Arial"/>
              </a:rPr>
              <a:t>10</a:t>
            </a:r>
          </a:p>
        </p:txBody>
      </p:sp>
      <p:pic>
        <p:nvPicPr>
          <p:cNvPr id="3" name="">
            <a:extLst xmlns:a="http://schemas.openxmlformats.org/drawingml/2006/main">
              <a:ext uri="{FF2B5EF4-FFF2-40B4-BE49-F238E27FC236}">
                <a16:creationId xmlns:a16="http://schemas.microsoft.com/office/drawing/2014/main" id="{4CD7ACE8-76E6-4435-97AC-88B021DE20AE}"/>
              </a:ext>
            </a:extLst>
          </p:cNvPr>
          <p:cNvPicPr>
            <a:picLocks xmlns:a="http://schemas.openxmlformats.org/drawingml/2006/main" noChangeAspect="1"/>
          </p:cNvPicPr>
          <p:nvPr/>
        </p:nvPicPr>
        <p:blipFill>
          <a:blip xmlns:r="http://schemas.openxmlformats.org/officeDocument/2006/relationships" xmlns:a="http://schemas.openxmlformats.org/drawingml/2006/main" r:embed="Re3c1e6d52f544a3c"/>
          <a:stretch xmlns:a="http://schemas.openxmlformats.org/drawingml/2006/main"/>
        </p:blipFill>
        <p:spPr>
          <a:xfrm xmlns:a="http://schemas.openxmlformats.org/drawingml/2006/main">
            <a:off x="1684791" y="1428750"/>
            <a:ext cx="8765268" cy="28575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10DBF8A6-D366-4CF4-AE59-6B8F3937E8B0}"/>
              </a:ext>
            </a:extLst>
          </p:cNvPr>
          <p:cNvSpPr>
            <a:spLocks xmlns:a="http://schemas.openxmlformats.org/drawingml/2006/main" noGrp="1"/>
          </p:cNvSpPr>
          <p:nvPr/>
        </p:nvSpPr>
        <p:spPr>
          <a:xfrm xmlns:a="http://schemas.openxmlformats.org/drawingml/2006/main">
            <a:off x="685800" y="4476750"/>
            <a:ext cx="10572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32B40"/>
                </a:solidFill>
                <a:latin typeface="Arial"/>
                <a:ea typeface="Arial"/>
                <a:cs typeface="Arial"/>
              </a:defRPr>
            </a:defPPr>
            <a:lvl1pPr>
              <a:defRPr sz="1875" b="0">
                <a:solidFill>
                  <a:srgbClr val="132B40"/>
                </a:solidFill>
                <a:latin typeface="Arial"/>
                <a:ea typeface="Arial"/>
                <a:cs typeface="Arial"/>
              </a:defRPr>
            </a:lvl1pPr>
            <a:lvl2pPr>
              <a:defRPr sz="1875" b="0">
                <a:solidFill>
                  <a:srgbClr val="132B40"/>
                </a:solidFill>
                <a:latin typeface="Arial"/>
                <a:ea typeface="Arial"/>
                <a:cs typeface="Arial"/>
              </a:defRPr>
            </a:lvl2pPr>
            <a:lvl3pPr>
              <a:defRPr sz="1875" b="0">
                <a:solidFill>
                  <a:srgbClr val="132B40"/>
                </a:solidFill>
                <a:latin typeface="Arial"/>
                <a:ea typeface="Arial"/>
                <a:cs typeface="Arial"/>
              </a:defRPr>
            </a:lvl3pPr>
            <a:lvl4pPr>
              <a:defRPr sz="1875" b="0">
                <a:solidFill>
                  <a:srgbClr val="132B40"/>
                </a:solidFill>
                <a:latin typeface="Arial"/>
                <a:ea typeface="Arial"/>
                <a:cs typeface="Arial"/>
              </a:defRPr>
            </a:lvl4pPr>
            <a:lvl5pPr>
              <a:defRPr sz="1875" b="0">
                <a:solidFill>
                  <a:srgbClr val="132B40"/>
                </a:solidFill>
                <a:latin typeface="Arial"/>
                <a:ea typeface="Arial"/>
                <a:cs typeface="Arial"/>
              </a:defRPr>
            </a:lvl5pPr>
            <a:lvl6pPr>
              <a:defRPr sz="1875" b="0">
                <a:solidFill>
                  <a:srgbClr val="132B40"/>
                </a:solidFill>
                <a:latin typeface="Arial"/>
                <a:ea typeface="Arial"/>
                <a:cs typeface="Arial"/>
              </a:defRPr>
            </a:lvl6pPr>
            <a:lvl7pPr>
              <a:defRPr sz="1875" b="0">
                <a:solidFill>
                  <a:srgbClr val="132B40"/>
                </a:solidFill>
                <a:latin typeface="Arial"/>
                <a:ea typeface="Arial"/>
                <a:cs typeface="Arial"/>
              </a:defRPr>
            </a:lvl7pPr>
            <a:lvl8pPr>
              <a:defRPr sz="1875" b="0">
                <a:solidFill>
                  <a:srgbClr val="132B40"/>
                </a:solidFill>
                <a:latin typeface="Arial"/>
                <a:ea typeface="Arial"/>
                <a:cs typeface="Arial"/>
              </a:defRPr>
            </a:lvl8pPr>
            <a:lvl9pPr>
              <a:defRPr sz="1875" b="0">
                <a:solidFill>
                  <a:srgbClr val="132B40"/>
                </a:solidFill>
                <a:latin typeface="Arial"/>
                <a:ea typeface="Arial"/>
                <a:cs typeface="Arial"/>
              </a:defRPr>
            </a:lvl9pPr>
          </a:lstStyle>
          <a:p xmlns:a="http://schemas.openxmlformats.org/drawingml/2006/main">
            <a:pPr>
              <a:defRPr sz="1875" b="0">
                <a:solidFill>
                  <a:srgbClr val="132B40"/>
                </a:solidFill>
                <a:latin typeface="Arial"/>
                <a:ea typeface="Arial"/>
                <a:cs typeface="Arial"/>
              </a:defRPr>
            </a:pPr>
            <a:r>
              <a:rPr sz="1875" b="0">
                <a:solidFill>
                  <a:srgbClr val="132B40"/>
                </a:solidFill>
                <a:latin typeface="Arial"/>
                <a:ea typeface="Arial"/>
                <a:cs typeface="Arial"/>
              </a:rPr>
              <a:t>Fixed settings: seed 42; logistic λ ∈ {0.01, 0.1}; threshold 0.5.</a:t>
            </a:r>
          </a:p>
        </p:txBody>
      </p:sp>
      <p:sp>
        <p:nvSpPr>
          <p:cNvPr id="5" name="">
            <a:extLst xmlns:a="http://schemas.openxmlformats.org/drawingml/2006/main">
              <a:ext uri="{FF2B5EF4-FFF2-40B4-BE49-F238E27FC236}">
                <a16:creationId xmlns:a16="http://schemas.microsoft.com/office/drawing/2014/main" id="{5C8A1E29-86EE-42A3-9242-1057B297C11B}"/>
              </a:ext>
            </a:extLst>
          </p:cNvPr>
          <p:cNvSpPr>
            <a:spLocks xmlns:a="http://schemas.openxmlformats.org/drawingml/2006/main" noGrp="1"/>
          </p:cNvSpPr>
          <p:nvPr/>
        </p:nvSpPr>
        <p:spPr>
          <a:xfrm xmlns:a="http://schemas.openxmlformats.org/drawingml/2006/main">
            <a:off x="685800" y="5057775"/>
            <a:ext cx="10572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32B40"/>
                </a:solidFill>
                <a:latin typeface="Arial"/>
                <a:ea typeface="Arial"/>
                <a:cs typeface="Arial"/>
              </a:defRPr>
            </a:defPPr>
            <a:lvl1pPr>
              <a:defRPr sz="1875" b="0">
                <a:solidFill>
                  <a:srgbClr val="132B40"/>
                </a:solidFill>
                <a:latin typeface="Arial"/>
                <a:ea typeface="Arial"/>
                <a:cs typeface="Arial"/>
              </a:defRPr>
            </a:lvl1pPr>
            <a:lvl2pPr>
              <a:defRPr sz="1875" b="0">
                <a:solidFill>
                  <a:srgbClr val="132B40"/>
                </a:solidFill>
                <a:latin typeface="Arial"/>
                <a:ea typeface="Arial"/>
                <a:cs typeface="Arial"/>
              </a:defRPr>
            </a:lvl2pPr>
            <a:lvl3pPr>
              <a:defRPr sz="1875" b="0">
                <a:solidFill>
                  <a:srgbClr val="132B40"/>
                </a:solidFill>
                <a:latin typeface="Arial"/>
                <a:ea typeface="Arial"/>
                <a:cs typeface="Arial"/>
              </a:defRPr>
            </a:lvl3pPr>
            <a:lvl4pPr>
              <a:defRPr sz="1875" b="0">
                <a:solidFill>
                  <a:srgbClr val="132B40"/>
                </a:solidFill>
                <a:latin typeface="Arial"/>
                <a:ea typeface="Arial"/>
                <a:cs typeface="Arial"/>
              </a:defRPr>
            </a:lvl4pPr>
            <a:lvl5pPr>
              <a:defRPr sz="1875" b="0">
                <a:solidFill>
                  <a:srgbClr val="132B40"/>
                </a:solidFill>
                <a:latin typeface="Arial"/>
                <a:ea typeface="Arial"/>
                <a:cs typeface="Arial"/>
              </a:defRPr>
            </a:lvl5pPr>
            <a:lvl6pPr>
              <a:defRPr sz="1875" b="0">
                <a:solidFill>
                  <a:srgbClr val="132B40"/>
                </a:solidFill>
                <a:latin typeface="Arial"/>
                <a:ea typeface="Arial"/>
                <a:cs typeface="Arial"/>
              </a:defRPr>
            </a:lvl6pPr>
            <a:lvl7pPr>
              <a:defRPr sz="1875" b="0">
                <a:solidFill>
                  <a:srgbClr val="132B40"/>
                </a:solidFill>
                <a:latin typeface="Arial"/>
                <a:ea typeface="Arial"/>
                <a:cs typeface="Arial"/>
              </a:defRPr>
            </a:lvl7pPr>
            <a:lvl8pPr>
              <a:defRPr sz="1875" b="0">
                <a:solidFill>
                  <a:srgbClr val="132B40"/>
                </a:solidFill>
                <a:latin typeface="Arial"/>
                <a:ea typeface="Arial"/>
                <a:cs typeface="Arial"/>
              </a:defRPr>
            </a:lvl8pPr>
            <a:lvl9pPr>
              <a:defRPr sz="1875" b="0">
                <a:solidFill>
                  <a:srgbClr val="132B40"/>
                </a:solidFill>
                <a:latin typeface="Arial"/>
                <a:ea typeface="Arial"/>
                <a:cs typeface="Arial"/>
              </a:defRPr>
            </a:lvl9pPr>
          </a:lstStyle>
          <a:p xmlns:a="http://schemas.openxmlformats.org/drawingml/2006/main">
            <a:pPr>
              <a:defRPr sz="1875" b="0">
                <a:solidFill>
                  <a:srgbClr val="132B40"/>
                </a:solidFill>
                <a:latin typeface="Arial"/>
                <a:ea typeface="Arial"/>
                <a:cs typeface="Arial"/>
              </a:defRPr>
            </a:pPr>
            <a:r>
              <a:rPr sz="1875" b="0">
                <a:solidFill>
                  <a:srgbClr val="132B40"/>
                </a:solidFill>
                <a:latin typeface="Arial"/>
                <a:ea typeface="Arial"/>
                <a:cs typeface="Arial"/>
              </a:rPr>
              <a:t>Choose by mean balanced accuracy; then refit the selected model on all development rows.</a:t>
            </a:r>
          </a:p>
        </p:txBody>
      </p:sp>
      <p:sp>
        <p:nvSpPr>
          <p:cNvPr id="6" name="">
            <a:extLst xmlns:a="http://schemas.openxmlformats.org/drawingml/2006/main">
              <a:ext uri="{FF2B5EF4-FFF2-40B4-BE49-F238E27FC236}">
                <a16:creationId xmlns:a16="http://schemas.microsoft.com/office/drawing/2014/main" id="{9FDD6054-37D4-49E6-A128-D6F9C7FBADC5}"/>
              </a:ext>
            </a:extLst>
          </p:cNvPr>
          <p:cNvSpPr>
            <a:spLocks xmlns:a="http://schemas.openxmlformats.org/drawingml/2006/main" noGrp="1"/>
          </p:cNvSpPr>
          <p:nvPr/>
        </p:nvSpPr>
        <p:spPr>
          <a:xfrm xmlns:a="http://schemas.openxmlformats.org/drawingml/2006/main">
            <a:off x="685800" y="5638800"/>
            <a:ext cx="10572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32B40"/>
                </a:solidFill>
                <a:latin typeface="Arial"/>
                <a:ea typeface="Arial"/>
                <a:cs typeface="Arial"/>
              </a:defRPr>
            </a:defPPr>
            <a:lvl1pPr>
              <a:defRPr sz="1875" b="0">
                <a:solidFill>
                  <a:srgbClr val="132B40"/>
                </a:solidFill>
                <a:latin typeface="Arial"/>
                <a:ea typeface="Arial"/>
                <a:cs typeface="Arial"/>
              </a:defRPr>
            </a:lvl1pPr>
            <a:lvl2pPr>
              <a:defRPr sz="1875" b="0">
                <a:solidFill>
                  <a:srgbClr val="132B40"/>
                </a:solidFill>
                <a:latin typeface="Arial"/>
                <a:ea typeface="Arial"/>
                <a:cs typeface="Arial"/>
              </a:defRPr>
            </a:lvl2pPr>
            <a:lvl3pPr>
              <a:defRPr sz="1875" b="0">
                <a:solidFill>
                  <a:srgbClr val="132B40"/>
                </a:solidFill>
                <a:latin typeface="Arial"/>
                <a:ea typeface="Arial"/>
                <a:cs typeface="Arial"/>
              </a:defRPr>
            </a:lvl3pPr>
            <a:lvl4pPr>
              <a:defRPr sz="1875" b="0">
                <a:solidFill>
                  <a:srgbClr val="132B40"/>
                </a:solidFill>
                <a:latin typeface="Arial"/>
                <a:ea typeface="Arial"/>
                <a:cs typeface="Arial"/>
              </a:defRPr>
            </a:lvl4pPr>
            <a:lvl5pPr>
              <a:defRPr sz="1875" b="0">
                <a:solidFill>
                  <a:srgbClr val="132B40"/>
                </a:solidFill>
                <a:latin typeface="Arial"/>
                <a:ea typeface="Arial"/>
                <a:cs typeface="Arial"/>
              </a:defRPr>
            </a:lvl5pPr>
            <a:lvl6pPr>
              <a:defRPr sz="1875" b="0">
                <a:solidFill>
                  <a:srgbClr val="132B40"/>
                </a:solidFill>
                <a:latin typeface="Arial"/>
                <a:ea typeface="Arial"/>
                <a:cs typeface="Arial"/>
              </a:defRPr>
            </a:lvl6pPr>
            <a:lvl7pPr>
              <a:defRPr sz="1875" b="0">
                <a:solidFill>
                  <a:srgbClr val="132B40"/>
                </a:solidFill>
                <a:latin typeface="Arial"/>
                <a:ea typeface="Arial"/>
                <a:cs typeface="Arial"/>
              </a:defRPr>
            </a:lvl7pPr>
            <a:lvl8pPr>
              <a:defRPr sz="1875" b="0">
                <a:solidFill>
                  <a:srgbClr val="132B40"/>
                </a:solidFill>
                <a:latin typeface="Arial"/>
                <a:ea typeface="Arial"/>
                <a:cs typeface="Arial"/>
              </a:defRPr>
            </a:lvl8pPr>
            <a:lvl9pPr>
              <a:defRPr sz="1875" b="0">
                <a:solidFill>
                  <a:srgbClr val="132B40"/>
                </a:solidFill>
                <a:latin typeface="Arial"/>
                <a:ea typeface="Arial"/>
                <a:cs typeface="Arial"/>
              </a:defRPr>
            </a:lvl9pPr>
          </a:lstStyle>
          <a:p xmlns:a="http://schemas.openxmlformats.org/drawingml/2006/main">
            <a:pPr>
              <a:defRPr sz="1875" b="0">
                <a:solidFill>
                  <a:srgbClr val="132B40"/>
                </a:solidFill>
                <a:latin typeface="Arial"/>
                <a:ea typeface="Arial"/>
                <a:cs typeface="Arial"/>
              </a:defRPr>
            </a:pPr>
            <a:r>
              <a:rPr sz="1875" b="0">
                <a:solidFill>
                  <a:srgbClr val="132B40"/>
                </a:solidFill>
                <a:latin typeface="Arial"/>
                <a:ea typeface="Arial"/>
                <a:cs typeface="Arial"/>
              </a:rPr>
              <a:t>Nested CV would reduce selection bias; the reported CV scores are for selection, not an unbiased final estimate.</a:t>
            </a:r>
          </a:p>
        </p:txBody>
      </p:sp>
    </p:spTree>
    <p:extLst>
      <p:ext uri="{BB962C8B-B14F-4D97-AF65-F5344CB8AC3E}">
        <p14:creationId xmlns:p14="http://schemas.microsoft.com/office/powerpoint/2010/main" val="2101216951"/>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74140CF-7FED-454C-8547-29C6199AC7D2}"/>
              </a:ext>
            </a:extLst>
          </p:cNvPr>
          <p:cNvSpPr>
            <a:spLocks xmlns:a="http://schemas.openxmlformats.org/drawingml/2006/main" noGrp="1"/>
          </p:cNvSpPr>
          <p:nvPr/>
        </p:nvSpPr>
        <p:spPr>
          <a:xfrm xmlns:a="http://schemas.openxmlformats.org/drawingml/2006/main">
            <a:off x="609600" y="43815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32B40"/>
                </a:solidFill>
                <a:latin typeface="Arial"/>
                <a:ea typeface="Arial"/>
                <a:cs typeface="Arial"/>
              </a:defRPr>
            </a:defPPr>
            <a:lvl1pPr>
              <a:defRPr sz="3225" b="1">
                <a:solidFill>
                  <a:srgbClr val="132B40"/>
                </a:solidFill>
                <a:latin typeface="Arial"/>
                <a:ea typeface="Arial"/>
                <a:cs typeface="Arial"/>
              </a:defRPr>
            </a:lvl1pPr>
            <a:lvl2pPr>
              <a:defRPr sz="3225" b="1">
                <a:solidFill>
                  <a:srgbClr val="132B40"/>
                </a:solidFill>
                <a:latin typeface="Arial"/>
                <a:ea typeface="Arial"/>
                <a:cs typeface="Arial"/>
              </a:defRPr>
            </a:lvl2pPr>
            <a:lvl3pPr>
              <a:defRPr sz="3225" b="1">
                <a:solidFill>
                  <a:srgbClr val="132B40"/>
                </a:solidFill>
                <a:latin typeface="Arial"/>
                <a:ea typeface="Arial"/>
                <a:cs typeface="Arial"/>
              </a:defRPr>
            </a:lvl3pPr>
            <a:lvl4pPr>
              <a:defRPr sz="3225" b="1">
                <a:solidFill>
                  <a:srgbClr val="132B40"/>
                </a:solidFill>
                <a:latin typeface="Arial"/>
                <a:ea typeface="Arial"/>
                <a:cs typeface="Arial"/>
              </a:defRPr>
            </a:lvl4pPr>
            <a:lvl5pPr>
              <a:defRPr sz="3225" b="1">
                <a:solidFill>
                  <a:srgbClr val="132B40"/>
                </a:solidFill>
                <a:latin typeface="Arial"/>
                <a:ea typeface="Arial"/>
                <a:cs typeface="Arial"/>
              </a:defRPr>
            </a:lvl5pPr>
            <a:lvl6pPr>
              <a:defRPr sz="3225" b="1">
                <a:solidFill>
                  <a:srgbClr val="132B40"/>
                </a:solidFill>
                <a:latin typeface="Arial"/>
                <a:ea typeface="Arial"/>
                <a:cs typeface="Arial"/>
              </a:defRPr>
            </a:lvl6pPr>
            <a:lvl7pPr>
              <a:defRPr sz="3225" b="1">
                <a:solidFill>
                  <a:srgbClr val="132B40"/>
                </a:solidFill>
                <a:latin typeface="Arial"/>
                <a:ea typeface="Arial"/>
                <a:cs typeface="Arial"/>
              </a:defRPr>
            </a:lvl7pPr>
            <a:lvl8pPr>
              <a:defRPr sz="3225" b="1">
                <a:solidFill>
                  <a:srgbClr val="132B40"/>
                </a:solidFill>
                <a:latin typeface="Arial"/>
                <a:ea typeface="Arial"/>
                <a:cs typeface="Arial"/>
              </a:defRPr>
            </a:lvl8pPr>
            <a:lvl9pPr>
              <a:defRPr sz="3225" b="1">
                <a:solidFill>
                  <a:srgbClr val="132B40"/>
                </a:solidFill>
                <a:latin typeface="Arial"/>
                <a:ea typeface="Arial"/>
                <a:cs typeface="Arial"/>
              </a:defRPr>
            </a:lvl9pPr>
          </a:lstStyle>
          <a:p xmlns:a="http://schemas.openxmlformats.org/drawingml/2006/main">
            <a:pPr>
              <a:defRPr sz="3225" b="1">
                <a:solidFill>
                  <a:srgbClr val="132B40"/>
                </a:solidFill>
                <a:latin typeface="Arial"/>
                <a:ea typeface="Arial"/>
                <a:cs typeface="Arial"/>
              </a:defRPr>
            </a:pPr>
            <a:r>
              <a:rPr sz="3225" b="1">
                <a:solidFill>
                  <a:srgbClr val="132B40"/>
                </a:solidFill>
                <a:latin typeface="Arial"/>
                <a:ea typeface="Arial"/>
                <a:cs typeface="Arial"/>
              </a:rPr>
              <a:t>Model design: simple, complementary candidates</a:t>
            </a:r>
          </a:p>
        </p:txBody>
      </p:sp>
      <p:sp>
        <p:nvSpPr>
          <p:cNvPr id="2" name="">
            <a:extLst xmlns:a="http://schemas.openxmlformats.org/drawingml/2006/main">
              <a:ext uri="{FF2B5EF4-FFF2-40B4-BE49-F238E27FC236}">
                <a16:creationId xmlns:a16="http://schemas.microsoft.com/office/drawing/2014/main" id="{DEEAEFC4-7BCA-4271-B91A-DF2F0D7E325F}"/>
              </a:ext>
            </a:extLst>
          </p:cNvPr>
          <p:cNvSpPr>
            <a:spLocks xmlns:a="http://schemas.openxmlformats.org/drawingml/2006/main" noGrp="1"/>
          </p:cNvSpPr>
          <p:nvPr/>
        </p:nvSpPr>
        <p:spPr>
          <a:xfrm xmlns:a="http://schemas.openxmlformats.org/drawingml/2006/main">
            <a:off x="11144250" y="6353175"/>
            <a:ext cx="523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4C6070"/>
                </a:solidFill>
                <a:latin typeface="Arial"/>
                <a:ea typeface="Arial"/>
                <a:cs typeface="Arial"/>
              </a:defRPr>
            </a:defPPr>
            <a:lvl1pPr>
              <a:defRPr sz="1275" b="0">
                <a:solidFill>
                  <a:srgbClr val="4C6070"/>
                </a:solidFill>
                <a:latin typeface="Arial"/>
                <a:ea typeface="Arial"/>
                <a:cs typeface="Arial"/>
              </a:defRPr>
            </a:lvl1pPr>
            <a:lvl2pPr>
              <a:defRPr sz="1275" b="0">
                <a:solidFill>
                  <a:srgbClr val="4C6070"/>
                </a:solidFill>
                <a:latin typeface="Arial"/>
                <a:ea typeface="Arial"/>
                <a:cs typeface="Arial"/>
              </a:defRPr>
            </a:lvl2pPr>
            <a:lvl3pPr>
              <a:defRPr sz="1275" b="0">
                <a:solidFill>
                  <a:srgbClr val="4C6070"/>
                </a:solidFill>
                <a:latin typeface="Arial"/>
                <a:ea typeface="Arial"/>
                <a:cs typeface="Arial"/>
              </a:defRPr>
            </a:lvl3pPr>
            <a:lvl4pPr>
              <a:defRPr sz="1275" b="0">
                <a:solidFill>
                  <a:srgbClr val="4C6070"/>
                </a:solidFill>
                <a:latin typeface="Arial"/>
                <a:ea typeface="Arial"/>
                <a:cs typeface="Arial"/>
              </a:defRPr>
            </a:lvl4pPr>
            <a:lvl5pPr>
              <a:defRPr sz="1275" b="0">
                <a:solidFill>
                  <a:srgbClr val="4C6070"/>
                </a:solidFill>
                <a:latin typeface="Arial"/>
                <a:ea typeface="Arial"/>
                <a:cs typeface="Arial"/>
              </a:defRPr>
            </a:lvl5pPr>
            <a:lvl6pPr>
              <a:defRPr sz="1275" b="0">
                <a:solidFill>
                  <a:srgbClr val="4C6070"/>
                </a:solidFill>
                <a:latin typeface="Arial"/>
                <a:ea typeface="Arial"/>
                <a:cs typeface="Arial"/>
              </a:defRPr>
            </a:lvl6pPr>
            <a:lvl7pPr>
              <a:defRPr sz="1275" b="0">
                <a:solidFill>
                  <a:srgbClr val="4C6070"/>
                </a:solidFill>
                <a:latin typeface="Arial"/>
                <a:ea typeface="Arial"/>
                <a:cs typeface="Arial"/>
              </a:defRPr>
            </a:lvl7pPr>
            <a:lvl8pPr>
              <a:defRPr sz="1275" b="0">
                <a:solidFill>
                  <a:srgbClr val="4C6070"/>
                </a:solidFill>
                <a:latin typeface="Arial"/>
                <a:ea typeface="Arial"/>
                <a:cs typeface="Arial"/>
              </a:defRPr>
            </a:lvl8pPr>
            <a:lvl9pPr>
              <a:defRPr sz="1275" b="0">
                <a:solidFill>
                  <a:srgbClr val="4C6070"/>
                </a:solidFill>
                <a:latin typeface="Arial"/>
                <a:ea typeface="Arial"/>
                <a:cs typeface="Arial"/>
              </a:defRPr>
            </a:lvl9pPr>
          </a:lstStyle>
          <a:p xmlns:a="http://schemas.openxmlformats.org/drawingml/2006/main">
            <a:pPr>
              <a:defRPr sz="1275" b="0">
                <a:solidFill>
                  <a:srgbClr val="4C6070"/>
                </a:solidFill>
                <a:latin typeface="Arial"/>
                <a:ea typeface="Arial"/>
                <a:cs typeface="Arial"/>
              </a:defRPr>
            </a:pPr>
            <a:r>
              <a:rPr sz="1275" b="0">
                <a:solidFill>
                  <a:srgbClr val="4C6070"/>
                </a:solidFill>
                <a:latin typeface="Arial"/>
                <a:ea typeface="Arial"/>
                <a:cs typeface="Arial"/>
              </a:rPr>
              <a:t>11</a:t>
            </a:r>
          </a:p>
        </p:txBody>
      </p:sp>
      <p:sp>
        <p:nvSpPr>
          <p:cNvPr id="3" name="">
            <a:extLst xmlns:a="http://schemas.openxmlformats.org/drawingml/2006/main">
              <a:ext uri="{FF2B5EF4-FFF2-40B4-BE49-F238E27FC236}">
                <a16:creationId xmlns:a16="http://schemas.microsoft.com/office/drawing/2014/main" id="{88DBD725-E77B-4D22-903F-BDCB55BD7E4D}"/>
              </a:ext>
            </a:extLst>
          </p:cNvPr>
          <p:cNvSpPr>
            <a:spLocks xmlns:a="http://schemas.openxmlformats.org/drawingml/2006/main" noGrp="1"/>
          </p:cNvSpPr>
          <p:nvPr/>
        </p:nvSpPr>
        <p:spPr>
          <a:xfrm xmlns:a="http://schemas.openxmlformats.org/drawingml/2006/main">
            <a:off x="685800" y="1476375"/>
            <a:ext cx="10572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32B40"/>
                </a:solidFill>
                <a:latin typeface="Arial"/>
                <a:ea typeface="Arial"/>
                <a:cs typeface="Arial"/>
              </a:defRPr>
            </a:defPPr>
            <a:lvl1pPr>
              <a:defRPr sz="2100" b="0">
                <a:solidFill>
                  <a:srgbClr val="132B40"/>
                </a:solidFill>
                <a:latin typeface="Arial"/>
                <a:ea typeface="Arial"/>
                <a:cs typeface="Arial"/>
              </a:defRPr>
            </a:lvl1pPr>
            <a:lvl2pPr>
              <a:defRPr sz="2100" b="0">
                <a:solidFill>
                  <a:srgbClr val="132B40"/>
                </a:solidFill>
                <a:latin typeface="Arial"/>
                <a:ea typeface="Arial"/>
                <a:cs typeface="Arial"/>
              </a:defRPr>
            </a:lvl2pPr>
            <a:lvl3pPr>
              <a:defRPr sz="2100" b="0">
                <a:solidFill>
                  <a:srgbClr val="132B40"/>
                </a:solidFill>
                <a:latin typeface="Arial"/>
                <a:ea typeface="Arial"/>
                <a:cs typeface="Arial"/>
              </a:defRPr>
            </a:lvl3pPr>
            <a:lvl4pPr>
              <a:defRPr sz="2100" b="0">
                <a:solidFill>
                  <a:srgbClr val="132B40"/>
                </a:solidFill>
                <a:latin typeface="Arial"/>
                <a:ea typeface="Arial"/>
                <a:cs typeface="Arial"/>
              </a:defRPr>
            </a:lvl4pPr>
            <a:lvl5pPr>
              <a:defRPr sz="2100" b="0">
                <a:solidFill>
                  <a:srgbClr val="132B40"/>
                </a:solidFill>
                <a:latin typeface="Arial"/>
                <a:ea typeface="Arial"/>
                <a:cs typeface="Arial"/>
              </a:defRPr>
            </a:lvl5pPr>
            <a:lvl6pPr>
              <a:defRPr sz="2100" b="0">
                <a:solidFill>
                  <a:srgbClr val="132B40"/>
                </a:solidFill>
                <a:latin typeface="Arial"/>
                <a:ea typeface="Arial"/>
                <a:cs typeface="Arial"/>
              </a:defRPr>
            </a:lvl6pPr>
            <a:lvl7pPr>
              <a:defRPr sz="2100" b="0">
                <a:solidFill>
                  <a:srgbClr val="132B40"/>
                </a:solidFill>
                <a:latin typeface="Arial"/>
                <a:ea typeface="Arial"/>
                <a:cs typeface="Arial"/>
              </a:defRPr>
            </a:lvl7pPr>
            <a:lvl8pPr>
              <a:defRPr sz="2100" b="0">
                <a:solidFill>
                  <a:srgbClr val="132B40"/>
                </a:solidFill>
                <a:latin typeface="Arial"/>
                <a:ea typeface="Arial"/>
                <a:cs typeface="Arial"/>
              </a:defRPr>
            </a:lvl8pPr>
            <a:lvl9pPr>
              <a:defRPr sz="2100" b="0">
                <a:solidFill>
                  <a:srgbClr val="132B40"/>
                </a:solidFill>
                <a:latin typeface="Arial"/>
                <a:ea typeface="Arial"/>
                <a:cs typeface="Arial"/>
              </a:defRPr>
            </a:lvl9pPr>
          </a:lstStyle>
          <a:p xmlns:a="http://schemas.openxmlformats.org/drawingml/2006/main">
            <a:pPr>
              <a:defRPr sz="2100" b="0">
                <a:solidFill>
                  <a:srgbClr val="132B40"/>
                </a:solidFill>
                <a:latin typeface="Arial"/>
                <a:ea typeface="Arial"/>
                <a:cs typeface="Arial"/>
              </a:defRPr>
            </a:pPr>
            <a:r>
              <a:rPr sz="2100" b="0">
                <a:solidFill>
                  <a:srgbClr val="132B40"/>
                </a:solidFill>
                <a:latin typeface="Arial"/>
                <a:ea typeface="Arial"/>
                <a:cs typeface="Arial"/>
              </a:rPr>
              <a:t>Majority baseline: transparent reference; balanced accuracy is 50%.</a:t>
            </a:r>
          </a:p>
        </p:txBody>
      </p:sp>
      <p:sp>
        <p:nvSpPr>
          <p:cNvPr id="4" name="">
            <a:extLst xmlns:a="http://schemas.openxmlformats.org/drawingml/2006/main">
              <a:ext uri="{FF2B5EF4-FFF2-40B4-BE49-F238E27FC236}">
                <a16:creationId xmlns:a16="http://schemas.microsoft.com/office/drawing/2014/main" id="{636CBC18-7089-4077-8352-04BE08A1C683}"/>
              </a:ext>
            </a:extLst>
          </p:cNvPr>
          <p:cNvSpPr>
            <a:spLocks xmlns:a="http://schemas.openxmlformats.org/drawingml/2006/main" noGrp="1"/>
          </p:cNvSpPr>
          <p:nvPr/>
        </p:nvSpPr>
        <p:spPr>
          <a:xfrm xmlns:a="http://schemas.openxmlformats.org/drawingml/2006/main">
            <a:off x="685800" y="2371725"/>
            <a:ext cx="10572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32B40"/>
                </a:solidFill>
                <a:latin typeface="Arial"/>
                <a:ea typeface="Arial"/>
                <a:cs typeface="Arial"/>
              </a:defRPr>
            </a:defPPr>
            <a:lvl1pPr>
              <a:defRPr sz="2100" b="0">
                <a:solidFill>
                  <a:srgbClr val="132B40"/>
                </a:solidFill>
                <a:latin typeface="Arial"/>
                <a:ea typeface="Arial"/>
                <a:cs typeface="Arial"/>
              </a:defRPr>
            </a:lvl1pPr>
            <a:lvl2pPr>
              <a:defRPr sz="2100" b="0">
                <a:solidFill>
                  <a:srgbClr val="132B40"/>
                </a:solidFill>
                <a:latin typeface="Arial"/>
                <a:ea typeface="Arial"/>
                <a:cs typeface="Arial"/>
              </a:defRPr>
            </a:lvl2pPr>
            <a:lvl3pPr>
              <a:defRPr sz="2100" b="0">
                <a:solidFill>
                  <a:srgbClr val="132B40"/>
                </a:solidFill>
                <a:latin typeface="Arial"/>
                <a:ea typeface="Arial"/>
                <a:cs typeface="Arial"/>
              </a:defRPr>
            </a:lvl3pPr>
            <a:lvl4pPr>
              <a:defRPr sz="2100" b="0">
                <a:solidFill>
                  <a:srgbClr val="132B40"/>
                </a:solidFill>
                <a:latin typeface="Arial"/>
                <a:ea typeface="Arial"/>
                <a:cs typeface="Arial"/>
              </a:defRPr>
            </a:lvl4pPr>
            <a:lvl5pPr>
              <a:defRPr sz="2100" b="0">
                <a:solidFill>
                  <a:srgbClr val="132B40"/>
                </a:solidFill>
                <a:latin typeface="Arial"/>
                <a:ea typeface="Arial"/>
                <a:cs typeface="Arial"/>
              </a:defRPr>
            </a:lvl5pPr>
            <a:lvl6pPr>
              <a:defRPr sz="2100" b="0">
                <a:solidFill>
                  <a:srgbClr val="132B40"/>
                </a:solidFill>
                <a:latin typeface="Arial"/>
                <a:ea typeface="Arial"/>
                <a:cs typeface="Arial"/>
              </a:defRPr>
            </a:lvl6pPr>
            <a:lvl7pPr>
              <a:defRPr sz="2100" b="0">
                <a:solidFill>
                  <a:srgbClr val="132B40"/>
                </a:solidFill>
                <a:latin typeface="Arial"/>
                <a:ea typeface="Arial"/>
                <a:cs typeface="Arial"/>
              </a:defRPr>
            </a:lvl7pPr>
            <a:lvl8pPr>
              <a:defRPr sz="2100" b="0">
                <a:solidFill>
                  <a:srgbClr val="132B40"/>
                </a:solidFill>
                <a:latin typeface="Arial"/>
                <a:ea typeface="Arial"/>
                <a:cs typeface="Arial"/>
              </a:defRPr>
            </a:lvl8pPr>
            <a:lvl9pPr>
              <a:defRPr sz="2100" b="0">
                <a:solidFill>
                  <a:srgbClr val="132B40"/>
                </a:solidFill>
                <a:latin typeface="Arial"/>
                <a:ea typeface="Arial"/>
                <a:cs typeface="Arial"/>
              </a:defRPr>
            </a:lvl9pPr>
          </a:lstStyle>
          <a:p xmlns:a="http://schemas.openxmlformats.org/drawingml/2006/main">
            <a:pPr>
              <a:defRPr sz="2100" b="0">
                <a:solidFill>
                  <a:srgbClr val="132B40"/>
                </a:solidFill>
                <a:latin typeface="Arial"/>
                <a:ea typeface="Arial"/>
                <a:cs typeface="Arial"/>
              </a:defRPr>
            </a:pPr>
            <a:r>
              <a:rPr sz="2100" b="0">
                <a:solidFill>
                  <a:srgbClr val="132B40"/>
                </a:solidFill>
                <a:latin typeface="Arial"/>
                <a:ea typeface="Arial"/>
                <a:cs typeface="Arial"/>
              </a:rPr>
              <a:t>Gaussian NB: fast, closed-form generative model; correlated features weaken its independence assumption.</a:t>
            </a:r>
          </a:p>
        </p:txBody>
      </p:sp>
      <p:sp>
        <p:nvSpPr>
          <p:cNvPr id="5" name="">
            <a:extLst xmlns:a="http://schemas.openxmlformats.org/drawingml/2006/main">
              <a:ext uri="{FF2B5EF4-FFF2-40B4-BE49-F238E27FC236}">
                <a16:creationId xmlns:a16="http://schemas.microsoft.com/office/drawing/2014/main" id="{280B0046-D0A0-4924-9DF1-C0996B58AF02}"/>
              </a:ext>
            </a:extLst>
          </p:cNvPr>
          <p:cNvSpPr>
            <a:spLocks xmlns:a="http://schemas.openxmlformats.org/drawingml/2006/main" noGrp="1"/>
          </p:cNvSpPr>
          <p:nvPr/>
        </p:nvSpPr>
        <p:spPr>
          <a:xfrm xmlns:a="http://schemas.openxmlformats.org/drawingml/2006/main">
            <a:off x="685800" y="3267075"/>
            <a:ext cx="10572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32B40"/>
                </a:solidFill>
                <a:latin typeface="Arial"/>
                <a:ea typeface="Arial"/>
                <a:cs typeface="Arial"/>
              </a:defRPr>
            </a:defPPr>
            <a:lvl1pPr>
              <a:defRPr sz="2100" b="0">
                <a:solidFill>
                  <a:srgbClr val="132B40"/>
                </a:solidFill>
                <a:latin typeface="Arial"/>
                <a:ea typeface="Arial"/>
                <a:cs typeface="Arial"/>
              </a:defRPr>
            </a:lvl1pPr>
            <a:lvl2pPr>
              <a:defRPr sz="2100" b="0">
                <a:solidFill>
                  <a:srgbClr val="132B40"/>
                </a:solidFill>
                <a:latin typeface="Arial"/>
                <a:ea typeface="Arial"/>
                <a:cs typeface="Arial"/>
              </a:defRPr>
            </a:lvl2pPr>
            <a:lvl3pPr>
              <a:defRPr sz="2100" b="0">
                <a:solidFill>
                  <a:srgbClr val="132B40"/>
                </a:solidFill>
                <a:latin typeface="Arial"/>
                <a:ea typeface="Arial"/>
                <a:cs typeface="Arial"/>
              </a:defRPr>
            </a:lvl3pPr>
            <a:lvl4pPr>
              <a:defRPr sz="2100" b="0">
                <a:solidFill>
                  <a:srgbClr val="132B40"/>
                </a:solidFill>
                <a:latin typeface="Arial"/>
                <a:ea typeface="Arial"/>
                <a:cs typeface="Arial"/>
              </a:defRPr>
            </a:lvl4pPr>
            <a:lvl5pPr>
              <a:defRPr sz="2100" b="0">
                <a:solidFill>
                  <a:srgbClr val="132B40"/>
                </a:solidFill>
                <a:latin typeface="Arial"/>
                <a:ea typeface="Arial"/>
                <a:cs typeface="Arial"/>
              </a:defRPr>
            </a:lvl5pPr>
            <a:lvl6pPr>
              <a:defRPr sz="2100" b="0">
                <a:solidFill>
                  <a:srgbClr val="132B40"/>
                </a:solidFill>
                <a:latin typeface="Arial"/>
                <a:ea typeface="Arial"/>
                <a:cs typeface="Arial"/>
              </a:defRPr>
            </a:lvl6pPr>
            <a:lvl7pPr>
              <a:defRPr sz="2100" b="0">
                <a:solidFill>
                  <a:srgbClr val="132B40"/>
                </a:solidFill>
                <a:latin typeface="Arial"/>
                <a:ea typeface="Arial"/>
                <a:cs typeface="Arial"/>
              </a:defRPr>
            </a:lvl7pPr>
            <a:lvl8pPr>
              <a:defRPr sz="2100" b="0">
                <a:solidFill>
                  <a:srgbClr val="132B40"/>
                </a:solidFill>
                <a:latin typeface="Arial"/>
                <a:ea typeface="Arial"/>
                <a:cs typeface="Arial"/>
              </a:defRPr>
            </a:lvl8pPr>
            <a:lvl9pPr>
              <a:defRPr sz="2100" b="0">
                <a:solidFill>
                  <a:srgbClr val="132B40"/>
                </a:solidFill>
                <a:latin typeface="Arial"/>
                <a:ea typeface="Arial"/>
                <a:cs typeface="Arial"/>
              </a:defRPr>
            </a:lvl9pPr>
          </a:lstStyle>
          <a:p xmlns:a="http://schemas.openxmlformats.org/drawingml/2006/main">
            <a:pPr>
              <a:defRPr sz="2100" b="0">
                <a:solidFill>
                  <a:srgbClr val="132B40"/>
                </a:solidFill>
                <a:latin typeface="Arial"/>
                <a:ea typeface="Arial"/>
                <a:cs typeface="Arial"/>
              </a:defRPr>
            </a:pPr>
            <a:r>
              <a:rPr sz="2100" b="0">
                <a:solidFill>
                  <a:srgbClr val="132B40"/>
                </a:solidFill>
                <a:latin typeface="Arial"/>
                <a:ea typeface="Arial"/>
                <a:cs typeface="Arial"/>
              </a:rPr>
              <a:t>Logistic regression: discriminative linear classifier with regularization; interpretable objective and explicit gradient descent.</a:t>
            </a:r>
          </a:p>
        </p:txBody>
      </p:sp>
      <p:sp>
        <p:nvSpPr>
          <p:cNvPr id="6" name="">
            <a:extLst xmlns:a="http://schemas.openxmlformats.org/drawingml/2006/main">
              <a:ext uri="{FF2B5EF4-FFF2-40B4-BE49-F238E27FC236}">
                <a16:creationId xmlns:a16="http://schemas.microsoft.com/office/drawing/2014/main" id="{4C1688D7-F829-4898-9329-58C1BFC59851}"/>
              </a:ext>
            </a:extLst>
          </p:cNvPr>
          <p:cNvSpPr>
            <a:spLocks xmlns:a="http://schemas.openxmlformats.org/drawingml/2006/main" noGrp="1"/>
          </p:cNvSpPr>
          <p:nvPr/>
        </p:nvSpPr>
        <p:spPr>
          <a:xfrm xmlns:a="http://schemas.openxmlformats.org/drawingml/2006/main">
            <a:off x="685800" y="4162425"/>
            <a:ext cx="10572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32B40"/>
                </a:solidFill>
                <a:latin typeface="Arial"/>
                <a:ea typeface="Arial"/>
                <a:cs typeface="Arial"/>
              </a:defRPr>
            </a:defPPr>
            <a:lvl1pPr>
              <a:defRPr sz="2100" b="0">
                <a:solidFill>
                  <a:srgbClr val="132B40"/>
                </a:solidFill>
                <a:latin typeface="Arial"/>
                <a:ea typeface="Arial"/>
                <a:cs typeface="Arial"/>
              </a:defRPr>
            </a:lvl1pPr>
            <a:lvl2pPr>
              <a:defRPr sz="2100" b="0">
                <a:solidFill>
                  <a:srgbClr val="132B40"/>
                </a:solidFill>
                <a:latin typeface="Arial"/>
                <a:ea typeface="Arial"/>
                <a:cs typeface="Arial"/>
              </a:defRPr>
            </a:lvl2pPr>
            <a:lvl3pPr>
              <a:defRPr sz="2100" b="0">
                <a:solidFill>
                  <a:srgbClr val="132B40"/>
                </a:solidFill>
                <a:latin typeface="Arial"/>
                <a:ea typeface="Arial"/>
                <a:cs typeface="Arial"/>
              </a:defRPr>
            </a:lvl3pPr>
            <a:lvl4pPr>
              <a:defRPr sz="2100" b="0">
                <a:solidFill>
                  <a:srgbClr val="132B40"/>
                </a:solidFill>
                <a:latin typeface="Arial"/>
                <a:ea typeface="Arial"/>
                <a:cs typeface="Arial"/>
              </a:defRPr>
            </a:lvl4pPr>
            <a:lvl5pPr>
              <a:defRPr sz="2100" b="0">
                <a:solidFill>
                  <a:srgbClr val="132B40"/>
                </a:solidFill>
                <a:latin typeface="Arial"/>
                <a:ea typeface="Arial"/>
                <a:cs typeface="Arial"/>
              </a:defRPr>
            </a:lvl5pPr>
            <a:lvl6pPr>
              <a:defRPr sz="2100" b="0">
                <a:solidFill>
                  <a:srgbClr val="132B40"/>
                </a:solidFill>
                <a:latin typeface="Arial"/>
                <a:ea typeface="Arial"/>
                <a:cs typeface="Arial"/>
              </a:defRPr>
            </a:lvl6pPr>
            <a:lvl7pPr>
              <a:defRPr sz="2100" b="0">
                <a:solidFill>
                  <a:srgbClr val="132B40"/>
                </a:solidFill>
                <a:latin typeface="Arial"/>
                <a:ea typeface="Arial"/>
                <a:cs typeface="Arial"/>
              </a:defRPr>
            </a:lvl7pPr>
            <a:lvl8pPr>
              <a:defRPr sz="2100" b="0">
                <a:solidFill>
                  <a:srgbClr val="132B40"/>
                </a:solidFill>
                <a:latin typeface="Arial"/>
                <a:ea typeface="Arial"/>
                <a:cs typeface="Arial"/>
              </a:defRPr>
            </a:lvl8pPr>
            <a:lvl9pPr>
              <a:defRPr sz="2100" b="0">
                <a:solidFill>
                  <a:srgbClr val="132B40"/>
                </a:solidFill>
                <a:latin typeface="Arial"/>
                <a:ea typeface="Arial"/>
                <a:cs typeface="Arial"/>
              </a:defRPr>
            </a:lvl9pPr>
          </a:lstStyle>
          <a:p xmlns:a="http://schemas.openxmlformats.org/drawingml/2006/main">
            <a:pPr>
              <a:defRPr sz="2100" b="0">
                <a:solidFill>
                  <a:srgbClr val="132B40"/>
                </a:solidFill>
                <a:latin typeface="Arial"/>
                <a:ea typeface="Arial"/>
                <a:cs typeface="Arial"/>
              </a:defRPr>
            </a:pPr>
            <a:r>
              <a:rPr sz="2100" b="0">
                <a:solidFill>
                  <a:srgbClr val="132B40"/>
                </a:solidFill>
                <a:latin typeface="Arial"/>
                <a:ea typeface="Arial"/>
                <a:cs typeface="Arial"/>
              </a:rPr>
              <a:t>Alternatives include raw-pixel models, richer texture features, trees or CNNs; these exceed the compact Phase 1 scope.</a:t>
            </a:r>
          </a:p>
        </p:txBody>
      </p:sp>
      <p:sp>
        <p:nvSpPr>
          <p:cNvPr id="7" name="">
            <a:extLst xmlns:a="http://schemas.openxmlformats.org/drawingml/2006/main">
              <a:ext uri="{FF2B5EF4-FFF2-40B4-BE49-F238E27FC236}">
                <a16:creationId xmlns:a16="http://schemas.microsoft.com/office/drawing/2014/main" id="{102D51E8-1A84-4B6F-82D2-C781B5D1F901}"/>
              </a:ext>
            </a:extLst>
          </p:cNvPr>
          <p:cNvSpPr>
            <a:spLocks xmlns:a="http://schemas.openxmlformats.org/drawingml/2006/main" noGrp="1"/>
          </p:cNvSpPr>
          <p:nvPr/>
        </p:nvSpPr>
        <p:spPr>
          <a:xfrm xmlns:a="http://schemas.openxmlformats.org/drawingml/2006/main">
            <a:off x="685800" y="5429250"/>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087F8C"/>
                </a:solidFill>
                <a:latin typeface="Arial"/>
                <a:ea typeface="Arial"/>
                <a:cs typeface="Arial"/>
              </a:defRPr>
            </a:defPPr>
            <a:lvl1pPr>
              <a:defRPr sz="1725" b="1">
                <a:solidFill>
                  <a:srgbClr val="087F8C"/>
                </a:solidFill>
                <a:latin typeface="Arial"/>
                <a:ea typeface="Arial"/>
                <a:cs typeface="Arial"/>
              </a:defRPr>
            </a:lvl1pPr>
            <a:lvl2pPr>
              <a:defRPr sz="1725" b="1">
                <a:solidFill>
                  <a:srgbClr val="087F8C"/>
                </a:solidFill>
                <a:latin typeface="Arial"/>
                <a:ea typeface="Arial"/>
                <a:cs typeface="Arial"/>
              </a:defRPr>
            </a:lvl2pPr>
            <a:lvl3pPr>
              <a:defRPr sz="1725" b="1">
                <a:solidFill>
                  <a:srgbClr val="087F8C"/>
                </a:solidFill>
                <a:latin typeface="Arial"/>
                <a:ea typeface="Arial"/>
                <a:cs typeface="Arial"/>
              </a:defRPr>
            </a:lvl3pPr>
            <a:lvl4pPr>
              <a:defRPr sz="1725" b="1">
                <a:solidFill>
                  <a:srgbClr val="087F8C"/>
                </a:solidFill>
                <a:latin typeface="Arial"/>
                <a:ea typeface="Arial"/>
                <a:cs typeface="Arial"/>
              </a:defRPr>
            </a:lvl4pPr>
            <a:lvl5pPr>
              <a:defRPr sz="1725" b="1">
                <a:solidFill>
                  <a:srgbClr val="087F8C"/>
                </a:solidFill>
                <a:latin typeface="Arial"/>
                <a:ea typeface="Arial"/>
                <a:cs typeface="Arial"/>
              </a:defRPr>
            </a:lvl5pPr>
            <a:lvl6pPr>
              <a:defRPr sz="1725" b="1">
                <a:solidFill>
                  <a:srgbClr val="087F8C"/>
                </a:solidFill>
                <a:latin typeface="Arial"/>
                <a:ea typeface="Arial"/>
                <a:cs typeface="Arial"/>
              </a:defRPr>
            </a:lvl6pPr>
            <a:lvl7pPr>
              <a:defRPr sz="1725" b="1">
                <a:solidFill>
                  <a:srgbClr val="087F8C"/>
                </a:solidFill>
                <a:latin typeface="Arial"/>
                <a:ea typeface="Arial"/>
                <a:cs typeface="Arial"/>
              </a:defRPr>
            </a:lvl7pPr>
            <a:lvl8pPr>
              <a:defRPr sz="1725" b="1">
                <a:solidFill>
                  <a:srgbClr val="087F8C"/>
                </a:solidFill>
                <a:latin typeface="Arial"/>
                <a:ea typeface="Arial"/>
                <a:cs typeface="Arial"/>
              </a:defRPr>
            </a:lvl8pPr>
            <a:lvl9pPr>
              <a:defRPr sz="1725" b="1">
                <a:solidFill>
                  <a:srgbClr val="087F8C"/>
                </a:solidFill>
                <a:latin typeface="Arial"/>
                <a:ea typeface="Arial"/>
                <a:cs typeface="Arial"/>
              </a:defRPr>
            </a:lvl9pPr>
          </a:lstStyle>
          <a:p xmlns:a="http://schemas.openxmlformats.org/drawingml/2006/main">
            <a:pPr>
              <a:defRPr sz="1725" b="1">
                <a:solidFill>
                  <a:srgbClr val="087F8C"/>
                </a:solidFill>
                <a:latin typeface="Arial"/>
                <a:ea typeface="Arial"/>
                <a:cs typeface="Arial"/>
              </a:defRPr>
            </a:pPr>
            <a:r>
              <a:rPr sz="1725" b="1">
                <a:solidFill>
                  <a:srgbClr val="087F8C"/>
                </a:solidFill>
                <a:latin typeface="Arial"/>
                <a:ea typeface="Arial"/>
                <a:cs typeface="Arial"/>
              </a:rPr>
              <a:t>Scores are model outputs, not calibrated clinical probabilities.</a:t>
            </a:r>
          </a:p>
        </p:txBody>
      </p:sp>
    </p:spTree>
    <p:extLst>
      <p:ext uri="{BB962C8B-B14F-4D97-AF65-F5344CB8AC3E}">
        <p14:creationId xmlns:p14="http://schemas.microsoft.com/office/powerpoint/2010/main" val="1894258353"/>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C94740E-BB7B-426E-8B89-AA09C71341CB}"/>
              </a:ext>
            </a:extLst>
          </p:cNvPr>
          <p:cNvSpPr>
            <a:spLocks xmlns:a="http://schemas.openxmlformats.org/drawingml/2006/main" noGrp="1"/>
          </p:cNvSpPr>
          <p:nvPr/>
        </p:nvSpPr>
        <p:spPr>
          <a:xfrm xmlns:a="http://schemas.openxmlformats.org/drawingml/2006/main">
            <a:off x="609600" y="43815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32B40"/>
                </a:solidFill>
                <a:latin typeface="Arial"/>
                <a:ea typeface="Arial"/>
                <a:cs typeface="Arial"/>
              </a:defRPr>
            </a:defPPr>
            <a:lvl1pPr>
              <a:defRPr sz="3225" b="1">
                <a:solidFill>
                  <a:srgbClr val="132B40"/>
                </a:solidFill>
                <a:latin typeface="Arial"/>
                <a:ea typeface="Arial"/>
                <a:cs typeface="Arial"/>
              </a:defRPr>
            </a:lvl1pPr>
            <a:lvl2pPr>
              <a:defRPr sz="3225" b="1">
                <a:solidFill>
                  <a:srgbClr val="132B40"/>
                </a:solidFill>
                <a:latin typeface="Arial"/>
                <a:ea typeface="Arial"/>
                <a:cs typeface="Arial"/>
              </a:defRPr>
            </a:lvl2pPr>
            <a:lvl3pPr>
              <a:defRPr sz="3225" b="1">
                <a:solidFill>
                  <a:srgbClr val="132B40"/>
                </a:solidFill>
                <a:latin typeface="Arial"/>
                <a:ea typeface="Arial"/>
                <a:cs typeface="Arial"/>
              </a:defRPr>
            </a:lvl3pPr>
            <a:lvl4pPr>
              <a:defRPr sz="3225" b="1">
                <a:solidFill>
                  <a:srgbClr val="132B40"/>
                </a:solidFill>
                <a:latin typeface="Arial"/>
                <a:ea typeface="Arial"/>
                <a:cs typeface="Arial"/>
              </a:defRPr>
            </a:lvl4pPr>
            <a:lvl5pPr>
              <a:defRPr sz="3225" b="1">
                <a:solidFill>
                  <a:srgbClr val="132B40"/>
                </a:solidFill>
                <a:latin typeface="Arial"/>
                <a:ea typeface="Arial"/>
                <a:cs typeface="Arial"/>
              </a:defRPr>
            </a:lvl5pPr>
            <a:lvl6pPr>
              <a:defRPr sz="3225" b="1">
                <a:solidFill>
                  <a:srgbClr val="132B40"/>
                </a:solidFill>
                <a:latin typeface="Arial"/>
                <a:ea typeface="Arial"/>
                <a:cs typeface="Arial"/>
              </a:defRPr>
            </a:lvl6pPr>
            <a:lvl7pPr>
              <a:defRPr sz="3225" b="1">
                <a:solidFill>
                  <a:srgbClr val="132B40"/>
                </a:solidFill>
                <a:latin typeface="Arial"/>
                <a:ea typeface="Arial"/>
                <a:cs typeface="Arial"/>
              </a:defRPr>
            </a:lvl7pPr>
            <a:lvl8pPr>
              <a:defRPr sz="3225" b="1">
                <a:solidFill>
                  <a:srgbClr val="132B40"/>
                </a:solidFill>
                <a:latin typeface="Arial"/>
                <a:ea typeface="Arial"/>
                <a:cs typeface="Arial"/>
              </a:defRPr>
            </a:lvl8pPr>
            <a:lvl9pPr>
              <a:defRPr sz="3225" b="1">
                <a:solidFill>
                  <a:srgbClr val="132B40"/>
                </a:solidFill>
                <a:latin typeface="Arial"/>
                <a:ea typeface="Arial"/>
                <a:cs typeface="Arial"/>
              </a:defRPr>
            </a:lvl9pPr>
          </a:lstStyle>
          <a:p xmlns:a="http://schemas.openxmlformats.org/drawingml/2006/main">
            <a:pPr>
              <a:defRPr sz="3225" b="1">
                <a:solidFill>
                  <a:srgbClr val="132B40"/>
                </a:solidFill>
                <a:latin typeface="Arial"/>
                <a:ea typeface="Arial"/>
                <a:cs typeface="Arial"/>
              </a:defRPr>
            </a:pPr>
            <a:r>
              <a:rPr sz="3225" b="1">
                <a:solidFill>
                  <a:srgbClr val="132B40"/>
                </a:solidFill>
                <a:latin typeface="Arial"/>
                <a:ea typeface="Arial"/>
                <a:cs typeface="Arial"/>
              </a:rPr>
              <a:t>Development results: logistic regression leads</a:t>
            </a:r>
          </a:p>
        </p:txBody>
      </p:sp>
      <p:sp>
        <p:nvSpPr>
          <p:cNvPr id="2" name="">
            <a:extLst xmlns:a="http://schemas.openxmlformats.org/drawingml/2006/main">
              <a:ext uri="{FF2B5EF4-FFF2-40B4-BE49-F238E27FC236}">
                <a16:creationId xmlns:a16="http://schemas.microsoft.com/office/drawing/2014/main" id="{C8A3F1D4-F4DA-4D15-ACA6-E2F6C9947679}"/>
              </a:ext>
            </a:extLst>
          </p:cNvPr>
          <p:cNvSpPr>
            <a:spLocks xmlns:a="http://schemas.openxmlformats.org/drawingml/2006/main" noGrp="1"/>
          </p:cNvSpPr>
          <p:nvPr/>
        </p:nvSpPr>
        <p:spPr>
          <a:xfrm xmlns:a="http://schemas.openxmlformats.org/drawingml/2006/main">
            <a:off x="11144250" y="6353175"/>
            <a:ext cx="523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4C6070"/>
                </a:solidFill>
                <a:latin typeface="Arial"/>
                <a:ea typeface="Arial"/>
                <a:cs typeface="Arial"/>
              </a:defRPr>
            </a:defPPr>
            <a:lvl1pPr>
              <a:defRPr sz="1275" b="0">
                <a:solidFill>
                  <a:srgbClr val="4C6070"/>
                </a:solidFill>
                <a:latin typeface="Arial"/>
                <a:ea typeface="Arial"/>
                <a:cs typeface="Arial"/>
              </a:defRPr>
            </a:lvl1pPr>
            <a:lvl2pPr>
              <a:defRPr sz="1275" b="0">
                <a:solidFill>
                  <a:srgbClr val="4C6070"/>
                </a:solidFill>
                <a:latin typeface="Arial"/>
                <a:ea typeface="Arial"/>
                <a:cs typeface="Arial"/>
              </a:defRPr>
            </a:lvl2pPr>
            <a:lvl3pPr>
              <a:defRPr sz="1275" b="0">
                <a:solidFill>
                  <a:srgbClr val="4C6070"/>
                </a:solidFill>
                <a:latin typeface="Arial"/>
                <a:ea typeface="Arial"/>
                <a:cs typeface="Arial"/>
              </a:defRPr>
            </a:lvl3pPr>
            <a:lvl4pPr>
              <a:defRPr sz="1275" b="0">
                <a:solidFill>
                  <a:srgbClr val="4C6070"/>
                </a:solidFill>
                <a:latin typeface="Arial"/>
                <a:ea typeface="Arial"/>
                <a:cs typeface="Arial"/>
              </a:defRPr>
            </a:lvl4pPr>
            <a:lvl5pPr>
              <a:defRPr sz="1275" b="0">
                <a:solidFill>
                  <a:srgbClr val="4C6070"/>
                </a:solidFill>
                <a:latin typeface="Arial"/>
                <a:ea typeface="Arial"/>
                <a:cs typeface="Arial"/>
              </a:defRPr>
            </a:lvl5pPr>
            <a:lvl6pPr>
              <a:defRPr sz="1275" b="0">
                <a:solidFill>
                  <a:srgbClr val="4C6070"/>
                </a:solidFill>
                <a:latin typeface="Arial"/>
                <a:ea typeface="Arial"/>
                <a:cs typeface="Arial"/>
              </a:defRPr>
            </a:lvl6pPr>
            <a:lvl7pPr>
              <a:defRPr sz="1275" b="0">
                <a:solidFill>
                  <a:srgbClr val="4C6070"/>
                </a:solidFill>
                <a:latin typeface="Arial"/>
                <a:ea typeface="Arial"/>
                <a:cs typeface="Arial"/>
              </a:defRPr>
            </a:lvl7pPr>
            <a:lvl8pPr>
              <a:defRPr sz="1275" b="0">
                <a:solidFill>
                  <a:srgbClr val="4C6070"/>
                </a:solidFill>
                <a:latin typeface="Arial"/>
                <a:ea typeface="Arial"/>
                <a:cs typeface="Arial"/>
              </a:defRPr>
            </a:lvl8pPr>
            <a:lvl9pPr>
              <a:defRPr sz="1275" b="0">
                <a:solidFill>
                  <a:srgbClr val="4C6070"/>
                </a:solidFill>
                <a:latin typeface="Arial"/>
                <a:ea typeface="Arial"/>
                <a:cs typeface="Arial"/>
              </a:defRPr>
            </a:lvl9pPr>
          </a:lstStyle>
          <a:p xmlns:a="http://schemas.openxmlformats.org/drawingml/2006/main">
            <a:pPr>
              <a:defRPr sz="1275" b="0">
                <a:solidFill>
                  <a:srgbClr val="4C6070"/>
                </a:solidFill>
                <a:latin typeface="Arial"/>
                <a:ea typeface="Arial"/>
                <a:cs typeface="Arial"/>
              </a:defRPr>
            </a:pPr>
            <a:r>
              <a:rPr sz="1275" b="0">
                <a:solidFill>
                  <a:srgbClr val="4C6070"/>
                </a:solidFill>
                <a:latin typeface="Arial"/>
                <a:ea typeface="Arial"/>
                <a:cs typeface="Arial"/>
              </a:rPr>
              <a:t>12</a:t>
            </a:r>
          </a:p>
        </p:txBody>
      </p:sp>
      <p:sp>
        <p:nvSpPr>
          <p:cNvPr id="3" name="">
            <a:extLst xmlns:a="http://schemas.openxmlformats.org/drawingml/2006/main">
              <a:ext uri="{FF2B5EF4-FFF2-40B4-BE49-F238E27FC236}">
                <a16:creationId xmlns:a16="http://schemas.microsoft.com/office/drawing/2014/main" id="{E335DF72-E1FC-41FC-90B9-F7F51FCF3F7C}"/>
              </a:ext>
            </a:extLst>
          </p:cNvPr>
          <p:cNvSpPr>
            <a:spLocks xmlns:a="http://schemas.openxmlformats.org/drawingml/2006/main" noGrp="1"/>
          </p:cNvSpPr>
          <p:nvPr/>
        </p:nvSpPr>
        <p:spPr>
          <a:xfrm xmlns:a="http://schemas.openxmlformats.org/drawingml/2006/main">
            <a:off x="666750" y="1190625"/>
            <a:ext cx="10668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4C6070"/>
                </a:solidFill>
                <a:latin typeface="Arial"/>
                <a:ea typeface="Arial"/>
                <a:cs typeface="Arial"/>
              </a:defRPr>
            </a:defPPr>
            <a:lvl1pPr>
              <a:defRPr sz="1650" b="0">
                <a:solidFill>
                  <a:srgbClr val="4C6070"/>
                </a:solidFill>
                <a:latin typeface="Arial"/>
                <a:ea typeface="Arial"/>
                <a:cs typeface="Arial"/>
              </a:defRPr>
            </a:lvl1pPr>
            <a:lvl2pPr>
              <a:defRPr sz="1650" b="0">
                <a:solidFill>
                  <a:srgbClr val="4C6070"/>
                </a:solidFill>
                <a:latin typeface="Arial"/>
                <a:ea typeface="Arial"/>
                <a:cs typeface="Arial"/>
              </a:defRPr>
            </a:lvl2pPr>
            <a:lvl3pPr>
              <a:defRPr sz="1650" b="0">
                <a:solidFill>
                  <a:srgbClr val="4C6070"/>
                </a:solidFill>
                <a:latin typeface="Arial"/>
                <a:ea typeface="Arial"/>
                <a:cs typeface="Arial"/>
              </a:defRPr>
            </a:lvl3pPr>
            <a:lvl4pPr>
              <a:defRPr sz="1650" b="0">
                <a:solidFill>
                  <a:srgbClr val="4C6070"/>
                </a:solidFill>
                <a:latin typeface="Arial"/>
                <a:ea typeface="Arial"/>
                <a:cs typeface="Arial"/>
              </a:defRPr>
            </a:lvl4pPr>
            <a:lvl5pPr>
              <a:defRPr sz="1650" b="0">
                <a:solidFill>
                  <a:srgbClr val="4C6070"/>
                </a:solidFill>
                <a:latin typeface="Arial"/>
                <a:ea typeface="Arial"/>
                <a:cs typeface="Arial"/>
              </a:defRPr>
            </a:lvl5pPr>
            <a:lvl6pPr>
              <a:defRPr sz="1650" b="0">
                <a:solidFill>
                  <a:srgbClr val="4C6070"/>
                </a:solidFill>
                <a:latin typeface="Arial"/>
                <a:ea typeface="Arial"/>
                <a:cs typeface="Arial"/>
              </a:defRPr>
            </a:lvl6pPr>
            <a:lvl7pPr>
              <a:defRPr sz="1650" b="0">
                <a:solidFill>
                  <a:srgbClr val="4C6070"/>
                </a:solidFill>
                <a:latin typeface="Arial"/>
                <a:ea typeface="Arial"/>
                <a:cs typeface="Arial"/>
              </a:defRPr>
            </a:lvl7pPr>
            <a:lvl8pPr>
              <a:defRPr sz="1650" b="0">
                <a:solidFill>
                  <a:srgbClr val="4C6070"/>
                </a:solidFill>
                <a:latin typeface="Arial"/>
                <a:ea typeface="Arial"/>
                <a:cs typeface="Arial"/>
              </a:defRPr>
            </a:lvl8pPr>
            <a:lvl9pPr>
              <a:defRPr sz="1650" b="0">
                <a:solidFill>
                  <a:srgbClr val="4C6070"/>
                </a:solidFill>
                <a:latin typeface="Arial"/>
                <a:ea typeface="Arial"/>
                <a:cs typeface="Arial"/>
              </a:defRPr>
            </a:lvl9pPr>
          </a:lstStyle>
          <a:p xmlns:a="http://schemas.openxmlformats.org/drawingml/2006/main">
            <a:pPr>
              <a:defRPr sz="1650" b="0">
                <a:solidFill>
                  <a:srgbClr val="4C6070"/>
                </a:solidFill>
                <a:latin typeface="Arial"/>
                <a:ea typeface="Arial"/>
                <a:cs typeface="Arial"/>
              </a:defRPr>
            </a:pPr>
            <a:r>
              <a:rPr sz="1650" b="0">
                <a:solidFill>
                  <a:srgbClr val="4C6070"/>
                </a:solidFill>
                <a:latin typeface="Arial"/>
                <a:ea typeface="Arial"/>
                <a:cs typeface="Arial"/>
              </a:rPr>
              <a:t>Mean CV balanced accuracy (%)</a:t>
            </a:r>
          </a:p>
        </p:txBody>
      </p:sp>
      <p:graphicFrame>
        <p:nvGraphicFramePr>
          <p:cNvPr id="4" name="Chart">
            <a:extLst xmlns:a="http://schemas.openxmlformats.org/drawingml/2006/main">
              <a:ext uri="{FF2B5EF4-FFF2-40B4-BE49-F238E27FC236}">
                <a16:creationId xmlns:a16="http://schemas.microsoft.com/office/drawing/2014/main" id="{D3D89FD6-E805-4860-A985-4073965CA8C8}"/>
              </a:ext>
            </a:extLst>
          </p:cNvPr>
          <p:cNvGraphicFramePr/>
          <p:nvPr/>
        </p:nvGraphicFramePr>
        <p:xfrm>
          <a:off xmlns:a="http://schemas.openxmlformats.org/drawingml/2006/main" x="666750" y="1619250"/>
          <a:ext xmlns:a="http://schemas.openxmlformats.org/drawingml/2006/main" cx="10668000" cy="3857625"/>
        </p:xfrm>
        <a:graphic xmlns:a="http://schemas.openxmlformats.org/drawingml/2006/main">
          <a:graphicData uri="http://schemas.openxmlformats.org/drawingml/2006/chart">
            <c:chart xmlns:r="http://schemas.openxmlformats.org/officeDocument/2006/relationships" xmlns:c="http://schemas.openxmlformats.org/drawingml/2006/chart" r:id="Re323fa75d9c640a4"/>
          </a:graphicData>
        </a:graphic>
      </p:graphicFrame>
      <p:sp>
        <p:nvSpPr>
          <p:cNvPr id="5" name="">
            <a:extLst xmlns:a="http://schemas.openxmlformats.org/drawingml/2006/main">
              <a:ext uri="{FF2B5EF4-FFF2-40B4-BE49-F238E27FC236}">
                <a16:creationId xmlns:a16="http://schemas.microsoft.com/office/drawing/2014/main" id="{E7178750-5D35-4E1F-AFF0-973DDA241DF1}"/>
              </a:ext>
            </a:extLst>
          </p:cNvPr>
          <p:cNvSpPr>
            <a:spLocks xmlns:a="http://schemas.openxmlformats.org/drawingml/2006/main" noGrp="1"/>
          </p:cNvSpPr>
          <p:nvPr/>
        </p:nvSpPr>
        <p:spPr>
          <a:xfrm xmlns:a="http://schemas.openxmlformats.org/drawingml/2006/main">
            <a:off x="685800" y="5667375"/>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087F8C"/>
                </a:solidFill>
                <a:latin typeface="Arial"/>
                <a:ea typeface="Arial"/>
                <a:cs typeface="Arial"/>
              </a:defRPr>
            </a:defPPr>
            <a:lvl1pPr>
              <a:defRPr sz="1950" b="1">
                <a:solidFill>
                  <a:srgbClr val="087F8C"/>
                </a:solidFill>
                <a:latin typeface="Arial"/>
                <a:ea typeface="Arial"/>
                <a:cs typeface="Arial"/>
              </a:defRPr>
            </a:lvl1pPr>
            <a:lvl2pPr>
              <a:defRPr sz="1950" b="1">
                <a:solidFill>
                  <a:srgbClr val="087F8C"/>
                </a:solidFill>
                <a:latin typeface="Arial"/>
                <a:ea typeface="Arial"/>
                <a:cs typeface="Arial"/>
              </a:defRPr>
            </a:lvl2pPr>
            <a:lvl3pPr>
              <a:defRPr sz="1950" b="1">
                <a:solidFill>
                  <a:srgbClr val="087F8C"/>
                </a:solidFill>
                <a:latin typeface="Arial"/>
                <a:ea typeface="Arial"/>
                <a:cs typeface="Arial"/>
              </a:defRPr>
            </a:lvl3pPr>
            <a:lvl4pPr>
              <a:defRPr sz="1950" b="1">
                <a:solidFill>
                  <a:srgbClr val="087F8C"/>
                </a:solidFill>
                <a:latin typeface="Arial"/>
                <a:ea typeface="Arial"/>
                <a:cs typeface="Arial"/>
              </a:defRPr>
            </a:lvl4pPr>
            <a:lvl5pPr>
              <a:defRPr sz="1950" b="1">
                <a:solidFill>
                  <a:srgbClr val="087F8C"/>
                </a:solidFill>
                <a:latin typeface="Arial"/>
                <a:ea typeface="Arial"/>
                <a:cs typeface="Arial"/>
              </a:defRPr>
            </a:lvl5pPr>
            <a:lvl6pPr>
              <a:defRPr sz="1950" b="1">
                <a:solidFill>
                  <a:srgbClr val="087F8C"/>
                </a:solidFill>
                <a:latin typeface="Arial"/>
                <a:ea typeface="Arial"/>
                <a:cs typeface="Arial"/>
              </a:defRPr>
            </a:lvl6pPr>
            <a:lvl7pPr>
              <a:defRPr sz="1950" b="1">
                <a:solidFill>
                  <a:srgbClr val="087F8C"/>
                </a:solidFill>
                <a:latin typeface="Arial"/>
                <a:ea typeface="Arial"/>
                <a:cs typeface="Arial"/>
              </a:defRPr>
            </a:lvl7pPr>
            <a:lvl8pPr>
              <a:defRPr sz="1950" b="1">
                <a:solidFill>
                  <a:srgbClr val="087F8C"/>
                </a:solidFill>
                <a:latin typeface="Arial"/>
                <a:ea typeface="Arial"/>
                <a:cs typeface="Arial"/>
              </a:defRPr>
            </a:lvl8pPr>
            <a:lvl9pPr>
              <a:defRPr sz="1950" b="1">
                <a:solidFill>
                  <a:srgbClr val="087F8C"/>
                </a:solidFill>
                <a:latin typeface="Arial"/>
                <a:ea typeface="Arial"/>
                <a:cs typeface="Arial"/>
              </a:defRPr>
            </a:lvl9pPr>
          </a:lstStyle>
          <a:p xmlns:a="http://schemas.openxmlformats.org/drawingml/2006/main">
            <a:pPr>
              <a:defRPr sz="1950" b="1">
                <a:solidFill>
                  <a:srgbClr val="087F8C"/>
                </a:solidFill>
                <a:latin typeface="Arial"/>
                <a:ea typeface="Arial"/>
                <a:cs typeface="Arial"/>
              </a:defRPr>
            </a:pPr>
            <a:r>
              <a:rPr sz="1950" b="1">
                <a:solidFill>
                  <a:srgbClr val="087F8C"/>
                </a:solidFill>
                <a:latin typeface="Arial"/>
                <a:ea typeface="Arial"/>
                <a:cs typeface="Arial"/>
              </a:rPr>
              <a:t>Selected: logistic regression, λ = 0.01. Mean CV balanced accuracy: 95.38%.</a:t>
            </a:r>
          </a:p>
        </p:txBody>
      </p:sp>
    </p:spTree>
    <p:extLst>
      <p:ext uri="{BB962C8B-B14F-4D97-AF65-F5344CB8AC3E}">
        <p14:creationId xmlns:p14="http://schemas.microsoft.com/office/powerpoint/2010/main" val="445256750"/>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4A2562CC-80DD-453D-9D6B-0C597605F715}"/>
              </a:ext>
            </a:extLst>
          </p:cNvPr>
          <p:cNvSpPr>
            <a:spLocks xmlns:a="http://schemas.openxmlformats.org/drawingml/2006/main" noGrp="1"/>
          </p:cNvSpPr>
          <p:nvPr/>
        </p:nvSpPr>
        <p:spPr>
          <a:xfrm xmlns:a="http://schemas.openxmlformats.org/drawingml/2006/main">
            <a:off x="609600" y="43815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32B40"/>
                </a:solidFill>
                <a:latin typeface="Arial"/>
                <a:ea typeface="Arial"/>
                <a:cs typeface="Arial"/>
              </a:defRPr>
            </a:defPPr>
            <a:lvl1pPr>
              <a:defRPr sz="3225" b="1">
                <a:solidFill>
                  <a:srgbClr val="132B40"/>
                </a:solidFill>
                <a:latin typeface="Arial"/>
                <a:ea typeface="Arial"/>
                <a:cs typeface="Arial"/>
              </a:defRPr>
            </a:lvl1pPr>
            <a:lvl2pPr>
              <a:defRPr sz="3225" b="1">
                <a:solidFill>
                  <a:srgbClr val="132B40"/>
                </a:solidFill>
                <a:latin typeface="Arial"/>
                <a:ea typeface="Arial"/>
                <a:cs typeface="Arial"/>
              </a:defRPr>
            </a:lvl2pPr>
            <a:lvl3pPr>
              <a:defRPr sz="3225" b="1">
                <a:solidFill>
                  <a:srgbClr val="132B40"/>
                </a:solidFill>
                <a:latin typeface="Arial"/>
                <a:ea typeface="Arial"/>
                <a:cs typeface="Arial"/>
              </a:defRPr>
            </a:lvl3pPr>
            <a:lvl4pPr>
              <a:defRPr sz="3225" b="1">
                <a:solidFill>
                  <a:srgbClr val="132B40"/>
                </a:solidFill>
                <a:latin typeface="Arial"/>
                <a:ea typeface="Arial"/>
                <a:cs typeface="Arial"/>
              </a:defRPr>
            </a:lvl4pPr>
            <a:lvl5pPr>
              <a:defRPr sz="3225" b="1">
                <a:solidFill>
                  <a:srgbClr val="132B40"/>
                </a:solidFill>
                <a:latin typeface="Arial"/>
                <a:ea typeface="Arial"/>
                <a:cs typeface="Arial"/>
              </a:defRPr>
            </a:lvl5pPr>
            <a:lvl6pPr>
              <a:defRPr sz="3225" b="1">
                <a:solidFill>
                  <a:srgbClr val="132B40"/>
                </a:solidFill>
                <a:latin typeface="Arial"/>
                <a:ea typeface="Arial"/>
                <a:cs typeface="Arial"/>
              </a:defRPr>
            </a:lvl6pPr>
            <a:lvl7pPr>
              <a:defRPr sz="3225" b="1">
                <a:solidFill>
                  <a:srgbClr val="132B40"/>
                </a:solidFill>
                <a:latin typeface="Arial"/>
                <a:ea typeface="Arial"/>
                <a:cs typeface="Arial"/>
              </a:defRPr>
            </a:lvl7pPr>
            <a:lvl8pPr>
              <a:defRPr sz="3225" b="1">
                <a:solidFill>
                  <a:srgbClr val="132B40"/>
                </a:solidFill>
                <a:latin typeface="Arial"/>
                <a:ea typeface="Arial"/>
                <a:cs typeface="Arial"/>
              </a:defRPr>
            </a:lvl8pPr>
            <a:lvl9pPr>
              <a:defRPr sz="3225" b="1">
                <a:solidFill>
                  <a:srgbClr val="132B40"/>
                </a:solidFill>
                <a:latin typeface="Arial"/>
                <a:ea typeface="Arial"/>
                <a:cs typeface="Arial"/>
              </a:defRPr>
            </a:lvl9pPr>
          </a:lstStyle>
          <a:p xmlns:a="http://schemas.openxmlformats.org/drawingml/2006/main">
            <a:pPr>
              <a:defRPr sz="3225" b="1">
                <a:solidFill>
                  <a:srgbClr val="132B40"/>
                </a:solidFill>
                <a:latin typeface="Arial"/>
                <a:ea typeface="Arial"/>
                <a:cs typeface="Arial"/>
              </a:defRPr>
            </a:pPr>
            <a:r>
              <a:rPr sz="3225" b="1">
                <a:solidFill>
                  <a:srgbClr val="132B40"/>
                </a:solidFill>
                <a:latin typeface="Arial"/>
                <a:ea typeface="Arial"/>
                <a:cs typeface="Arial"/>
              </a:rPr>
              <a:t>Held-out test: confusion matrix &amp; metrics</a:t>
            </a:r>
          </a:p>
        </p:txBody>
      </p:sp>
      <p:sp>
        <p:nvSpPr>
          <p:cNvPr id="2" name="">
            <a:extLst xmlns:a="http://schemas.openxmlformats.org/drawingml/2006/main">
              <a:ext uri="{FF2B5EF4-FFF2-40B4-BE49-F238E27FC236}">
                <a16:creationId xmlns:a16="http://schemas.microsoft.com/office/drawing/2014/main" id="{0A3F228A-ECA3-4CA8-A63A-FC8230BFF180}"/>
              </a:ext>
            </a:extLst>
          </p:cNvPr>
          <p:cNvSpPr>
            <a:spLocks xmlns:a="http://schemas.openxmlformats.org/drawingml/2006/main" noGrp="1"/>
          </p:cNvSpPr>
          <p:nvPr/>
        </p:nvSpPr>
        <p:spPr>
          <a:xfrm xmlns:a="http://schemas.openxmlformats.org/drawingml/2006/main">
            <a:off x="11144250" y="6353175"/>
            <a:ext cx="523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4C6070"/>
                </a:solidFill>
                <a:latin typeface="Arial"/>
                <a:ea typeface="Arial"/>
                <a:cs typeface="Arial"/>
              </a:defRPr>
            </a:defPPr>
            <a:lvl1pPr>
              <a:defRPr sz="1275" b="0">
                <a:solidFill>
                  <a:srgbClr val="4C6070"/>
                </a:solidFill>
                <a:latin typeface="Arial"/>
                <a:ea typeface="Arial"/>
                <a:cs typeface="Arial"/>
              </a:defRPr>
            </a:lvl1pPr>
            <a:lvl2pPr>
              <a:defRPr sz="1275" b="0">
                <a:solidFill>
                  <a:srgbClr val="4C6070"/>
                </a:solidFill>
                <a:latin typeface="Arial"/>
                <a:ea typeface="Arial"/>
                <a:cs typeface="Arial"/>
              </a:defRPr>
            </a:lvl2pPr>
            <a:lvl3pPr>
              <a:defRPr sz="1275" b="0">
                <a:solidFill>
                  <a:srgbClr val="4C6070"/>
                </a:solidFill>
                <a:latin typeface="Arial"/>
                <a:ea typeface="Arial"/>
                <a:cs typeface="Arial"/>
              </a:defRPr>
            </a:lvl3pPr>
            <a:lvl4pPr>
              <a:defRPr sz="1275" b="0">
                <a:solidFill>
                  <a:srgbClr val="4C6070"/>
                </a:solidFill>
                <a:latin typeface="Arial"/>
                <a:ea typeface="Arial"/>
                <a:cs typeface="Arial"/>
              </a:defRPr>
            </a:lvl4pPr>
            <a:lvl5pPr>
              <a:defRPr sz="1275" b="0">
                <a:solidFill>
                  <a:srgbClr val="4C6070"/>
                </a:solidFill>
                <a:latin typeface="Arial"/>
                <a:ea typeface="Arial"/>
                <a:cs typeface="Arial"/>
              </a:defRPr>
            </a:lvl5pPr>
            <a:lvl6pPr>
              <a:defRPr sz="1275" b="0">
                <a:solidFill>
                  <a:srgbClr val="4C6070"/>
                </a:solidFill>
                <a:latin typeface="Arial"/>
                <a:ea typeface="Arial"/>
                <a:cs typeface="Arial"/>
              </a:defRPr>
            </a:lvl6pPr>
            <a:lvl7pPr>
              <a:defRPr sz="1275" b="0">
                <a:solidFill>
                  <a:srgbClr val="4C6070"/>
                </a:solidFill>
                <a:latin typeface="Arial"/>
                <a:ea typeface="Arial"/>
                <a:cs typeface="Arial"/>
              </a:defRPr>
            </a:lvl7pPr>
            <a:lvl8pPr>
              <a:defRPr sz="1275" b="0">
                <a:solidFill>
                  <a:srgbClr val="4C6070"/>
                </a:solidFill>
                <a:latin typeface="Arial"/>
                <a:ea typeface="Arial"/>
                <a:cs typeface="Arial"/>
              </a:defRPr>
            </a:lvl8pPr>
            <a:lvl9pPr>
              <a:defRPr sz="1275" b="0">
                <a:solidFill>
                  <a:srgbClr val="4C6070"/>
                </a:solidFill>
                <a:latin typeface="Arial"/>
                <a:ea typeface="Arial"/>
                <a:cs typeface="Arial"/>
              </a:defRPr>
            </a:lvl9pPr>
          </a:lstStyle>
          <a:p xmlns:a="http://schemas.openxmlformats.org/drawingml/2006/main">
            <a:pPr>
              <a:defRPr sz="1275" b="0">
                <a:solidFill>
                  <a:srgbClr val="4C6070"/>
                </a:solidFill>
                <a:latin typeface="Arial"/>
                <a:ea typeface="Arial"/>
                <a:cs typeface="Arial"/>
              </a:defRPr>
            </a:pPr>
            <a:r>
              <a:rPr sz="1275" b="0">
                <a:solidFill>
                  <a:srgbClr val="4C6070"/>
                </a:solidFill>
                <a:latin typeface="Arial"/>
                <a:ea typeface="Arial"/>
                <a:cs typeface="Arial"/>
              </a:rPr>
              <a:t>13</a:t>
            </a:r>
          </a:p>
        </p:txBody>
      </p:sp>
      <p:graphicFrame>
        <p:nvGraphicFramePr>
          <p:cNvPr id="3" name="">
            <a:extLst xmlns:a="http://schemas.openxmlformats.org/drawingml/2006/main">
              <a:ext uri="{FF2B5EF4-FFF2-40B4-BE49-F238E27FC236}">
                <a16:creationId xmlns:a16="http://schemas.microsoft.com/office/drawing/2014/main" id="{320F4999-C4CD-4F5B-89E3-61BD954D4291}"/>
              </a:ext>
            </a:extLst>
          </p:cNvPr>
          <p:cNvGraphicFramePr/>
          <p:nvPr/>
        </p:nvGraphicFramePr>
        <p:xfrm>
          <a:off xmlns:a="http://schemas.openxmlformats.org/drawingml/2006/main" x="685800" y="1571625"/>
          <a:ext xmlns:a="http://schemas.openxmlformats.org/drawingml/2006/main" cx="6572250" cy="2524125"/>
        </p:xfrm>
        <a:graphic xmlns:a="http://schemas.openxmlformats.org/drawingml/2006/main">
          <a:graphicData uri="http://schemas.openxmlformats.org/drawingml/2006/table">
            <a:tbl>
              <a:tblPr/>
              <a:tblGrid>
                <a:gridCol w="2857500"/>
                <a:gridCol w="1619250"/>
                <a:gridCol w="2095500"/>
              </a:tblGrid>
              <a:tr h="841375">
                <a:tc>
                  <a:txBody>
                    <a:bodyPr/>
                    <a:lstStyle/>
                    <a:p>
                      <a:r>
                        <a:rPr sz="1800" b="1">
                          <a:solidFill>
                            <a:srgbClr val="FFFFFF"/>
                          </a:solidFill>
                          <a:latin typeface="Arial"/>
                          <a:ea typeface="Arial"/>
                          <a:cs typeface="Arial"/>
                        </a:rPr>
                        <a:t>Actual / predicted</a:t>
                      </a:r>
                    </a:p>
                  </a:txBody>
                  <a:tcPr marL="91440" marR="91440" marT="45720" marB="45720">
                    <a:solidFill>
                      <a:srgbClr val="132B40"/>
                    </a:solidFill>
                  </a:tcPr>
                </a:tc>
                <a:tc>
                  <a:txBody>
                    <a:bodyPr/>
                    <a:lstStyle/>
                    <a:p>
                      <a:r>
                        <a:rPr sz="1800" b="1">
                          <a:solidFill>
                            <a:srgbClr val="FFFFFF"/>
                          </a:solidFill>
                          <a:latin typeface="Arial"/>
                          <a:ea typeface="Arial"/>
                          <a:cs typeface="Arial"/>
                        </a:rPr>
                        <a:t>NORMAL</a:t>
                      </a:r>
                    </a:p>
                  </a:txBody>
                  <a:tcPr marL="91440" marR="91440" marT="45720" marB="45720">
                    <a:solidFill>
                      <a:srgbClr val="132B40"/>
                    </a:solidFill>
                  </a:tcPr>
                </a:tc>
                <a:tc>
                  <a:txBody>
                    <a:bodyPr/>
                    <a:lstStyle/>
                    <a:p>
                      <a:r>
                        <a:rPr sz="1800" b="1">
                          <a:solidFill>
                            <a:srgbClr val="FFFFFF"/>
                          </a:solidFill>
                          <a:latin typeface="Arial"/>
                          <a:ea typeface="Arial"/>
                          <a:cs typeface="Arial"/>
                        </a:rPr>
                        <a:t>PNEUMONIA</a:t>
                      </a:r>
                    </a:p>
                  </a:txBody>
                  <a:tcPr marL="91440" marR="91440" marT="45720" marB="45720">
                    <a:solidFill>
                      <a:srgbClr val="132B40"/>
                    </a:solidFill>
                  </a:tcPr>
                </a:tc>
              </a:tr>
              <a:tr h="841375">
                <a:tc>
                  <a:txBody>
                    <a:bodyPr/>
                    <a:lstStyle/>
                    <a:p>
                      <a:r>
                        <a:rPr sz="1875" b="0">
                          <a:solidFill>
                            <a:srgbClr val="132B40"/>
                          </a:solidFill>
                          <a:latin typeface="Arial"/>
                          <a:ea typeface="Arial"/>
                          <a:cs typeface="Arial"/>
                        </a:rPr>
                        <a:t>NORMAL</a:t>
                      </a:r>
                    </a:p>
                  </a:txBody>
                  <a:tcPr marL="91440" marR="91440" marT="45720" marB="45720">
                    <a:solidFill>
                      <a:srgbClr val="EFF5F7"/>
                    </a:solidFill>
                  </a:tcPr>
                </a:tc>
                <a:tc>
                  <a:txBody>
                    <a:bodyPr/>
                    <a:lstStyle/>
                    <a:p>
                      <a:r>
                        <a:rPr sz="1875" b="0">
                          <a:solidFill>
                            <a:srgbClr val="132B40"/>
                          </a:solidFill>
                          <a:latin typeface="Arial"/>
                          <a:ea typeface="Arial"/>
                          <a:cs typeface="Arial"/>
                        </a:rPr>
                        <a:t>142</a:t>
                      </a:r>
                    </a:p>
                  </a:txBody>
                  <a:tcPr marL="91440" marR="91440" marT="45720" marB="45720">
                    <a:solidFill>
                      <a:srgbClr val="EFF5F7"/>
                    </a:solidFill>
                  </a:tcPr>
                </a:tc>
                <a:tc>
                  <a:txBody>
                    <a:bodyPr/>
                    <a:lstStyle/>
                    <a:p>
                      <a:r>
                        <a:rPr sz="1875" b="0">
                          <a:solidFill>
                            <a:srgbClr val="132B40"/>
                          </a:solidFill>
                          <a:latin typeface="Arial"/>
                          <a:ea typeface="Arial"/>
                          <a:cs typeface="Arial"/>
                        </a:rPr>
                        <a:t>89</a:t>
                      </a:r>
                    </a:p>
                  </a:txBody>
                  <a:tcPr marL="91440" marR="91440" marT="45720" marB="45720">
                    <a:solidFill>
                      <a:srgbClr val="EFF5F7"/>
                    </a:solidFill>
                  </a:tcPr>
                </a:tc>
              </a:tr>
              <a:tr h="841375">
                <a:tc>
                  <a:txBody>
                    <a:bodyPr/>
                    <a:lstStyle/>
                    <a:p>
                      <a:r>
                        <a:rPr sz="1875" b="0">
                          <a:solidFill>
                            <a:srgbClr val="132B40"/>
                          </a:solidFill>
                          <a:latin typeface="Arial"/>
                          <a:ea typeface="Arial"/>
                          <a:cs typeface="Arial"/>
                        </a:rPr>
                        <a:t>PNEUMONIA</a:t>
                      </a:r>
                    </a:p>
                  </a:txBody>
                  <a:tcPr marL="91440" marR="91440" marT="45720" marB="45720">
                    <a:solidFill>
                      <a:srgbClr val="FFFFFF"/>
                    </a:solidFill>
                  </a:tcPr>
                </a:tc>
                <a:tc>
                  <a:txBody>
                    <a:bodyPr/>
                    <a:lstStyle/>
                    <a:p>
                      <a:r>
                        <a:rPr sz="1875" b="0">
                          <a:solidFill>
                            <a:srgbClr val="132B40"/>
                          </a:solidFill>
                          <a:latin typeface="Arial"/>
                          <a:ea typeface="Arial"/>
                          <a:cs typeface="Arial"/>
                        </a:rPr>
                        <a:t>13</a:t>
                      </a:r>
                    </a:p>
                  </a:txBody>
                  <a:tcPr marL="91440" marR="91440" marT="45720" marB="45720">
                    <a:solidFill>
                      <a:srgbClr val="FFFFFF"/>
                    </a:solidFill>
                  </a:tcPr>
                </a:tc>
                <a:tc>
                  <a:txBody>
                    <a:bodyPr/>
                    <a:lstStyle/>
                    <a:p>
                      <a:r>
                        <a:rPr sz="1875" b="0">
                          <a:solidFill>
                            <a:srgbClr val="132B40"/>
                          </a:solidFill>
                          <a:latin typeface="Arial"/>
                          <a:ea typeface="Arial"/>
                          <a:cs typeface="Arial"/>
                        </a:rPr>
                        <a:t>374</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5B8820B9-81D6-41DB-A132-0AE18C1EAC8D}"/>
              </a:ext>
            </a:extLst>
          </p:cNvPr>
          <p:cNvSpPr>
            <a:spLocks xmlns:a="http://schemas.openxmlformats.org/drawingml/2006/main" noGrp="1"/>
          </p:cNvSpPr>
          <p:nvPr/>
        </p:nvSpPr>
        <p:spPr>
          <a:xfrm xmlns:a="http://schemas.openxmlformats.org/drawingml/2006/main">
            <a:off x="7524750" y="1571625"/>
            <a:ext cx="4095750" cy="2714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087F8C"/>
                </a:solidFill>
                <a:latin typeface="Arial"/>
                <a:ea typeface="Arial"/>
                <a:cs typeface="Arial"/>
              </a:defRPr>
            </a:defPPr>
            <a:lvl1pPr>
              <a:defRPr sz="2100" b="1">
                <a:solidFill>
                  <a:srgbClr val="087F8C"/>
                </a:solidFill>
                <a:latin typeface="Arial"/>
                <a:ea typeface="Arial"/>
                <a:cs typeface="Arial"/>
              </a:defRPr>
            </a:lvl1pPr>
            <a:lvl2pPr>
              <a:defRPr sz="2100" b="1">
                <a:solidFill>
                  <a:srgbClr val="087F8C"/>
                </a:solidFill>
                <a:latin typeface="Arial"/>
                <a:ea typeface="Arial"/>
                <a:cs typeface="Arial"/>
              </a:defRPr>
            </a:lvl2pPr>
            <a:lvl3pPr>
              <a:defRPr sz="2100" b="1">
                <a:solidFill>
                  <a:srgbClr val="087F8C"/>
                </a:solidFill>
                <a:latin typeface="Arial"/>
                <a:ea typeface="Arial"/>
                <a:cs typeface="Arial"/>
              </a:defRPr>
            </a:lvl3pPr>
            <a:lvl4pPr>
              <a:defRPr sz="2100" b="1">
                <a:solidFill>
                  <a:srgbClr val="087F8C"/>
                </a:solidFill>
                <a:latin typeface="Arial"/>
                <a:ea typeface="Arial"/>
                <a:cs typeface="Arial"/>
              </a:defRPr>
            </a:lvl4pPr>
            <a:lvl5pPr>
              <a:defRPr sz="2100" b="1">
                <a:solidFill>
                  <a:srgbClr val="087F8C"/>
                </a:solidFill>
                <a:latin typeface="Arial"/>
                <a:ea typeface="Arial"/>
                <a:cs typeface="Arial"/>
              </a:defRPr>
            </a:lvl5pPr>
            <a:lvl6pPr>
              <a:defRPr sz="2100" b="1">
                <a:solidFill>
                  <a:srgbClr val="087F8C"/>
                </a:solidFill>
                <a:latin typeface="Arial"/>
                <a:ea typeface="Arial"/>
                <a:cs typeface="Arial"/>
              </a:defRPr>
            </a:lvl6pPr>
            <a:lvl7pPr>
              <a:defRPr sz="2100" b="1">
                <a:solidFill>
                  <a:srgbClr val="087F8C"/>
                </a:solidFill>
                <a:latin typeface="Arial"/>
                <a:ea typeface="Arial"/>
                <a:cs typeface="Arial"/>
              </a:defRPr>
            </a:lvl7pPr>
            <a:lvl8pPr>
              <a:defRPr sz="2100" b="1">
                <a:solidFill>
                  <a:srgbClr val="087F8C"/>
                </a:solidFill>
                <a:latin typeface="Arial"/>
                <a:ea typeface="Arial"/>
                <a:cs typeface="Arial"/>
              </a:defRPr>
            </a:lvl8pPr>
            <a:lvl9pPr>
              <a:defRPr sz="2100" b="1">
                <a:solidFill>
                  <a:srgbClr val="087F8C"/>
                </a:solidFill>
                <a:latin typeface="Arial"/>
                <a:ea typeface="Arial"/>
                <a:cs typeface="Arial"/>
              </a:defRPr>
            </a:lvl9pPr>
          </a:lstStyle>
          <a:p xmlns:a="http://schemas.openxmlformats.org/drawingml/2006/main">
            <a:pPr>
              <a:defRPr sz="2100" b="1">
                <a:solidFill>
                  <a:srgbClr val="087F8C"/>
                </a:solidFill>
                <a:latin typeface="Arial"/>
                <a:ea typeface="Arial"/>
                <a:cs typeface="Arial"/>
              </a:defRPr>
            </a:pPr>
            <a:r>
              <a:rPr sz="2100" b="1">
                <a:solidFill>
                  <a:srgbClr val="087F8C"/>
                </a:solidFill>
                <a:latin typeface="Arial"/>
                <a:ea typeface="Arial"/>
                <a:cs typeface="Arial"/>
              </a:rPr>
              <a:t>83.50% accuracy</a:t>
            </a:r>
          </a:p>
          <a:p xmlns:a="http://schemas.openxmlformats.org/drawingml/2006/main">
            <a:pPr>
              <a:defRPr sz="2100" b="1">
                <a:solidFill>
                  <a:srgbClr val="087F8C"/>
                </a:solidFill>
                <a:latin typeface="Arial"/>
                <a:ea typeface="Arial"/>
                <a:cs typeface="Arial"/>
              </a:defRPr>
            </a:pPr>
            <a:r>
              <a:rPr sz="2100" b="1">
                <a:solidFill>
                  <a:srgbClr val="087F8C"/>
                </a:solidFill>
                <a:latin typeface="Arial"/>
                <a:ea typeface="Arial"/>
                <a:cs typeface="Arial"/>
              </a:rPr>
              <a:t>79.06% balanced accuracy</a:t>
            </a:r>
          </a:p>
          <a:p xmlns:a="http://schemas.openxmlformats.org/drawingml/2006/main">
            <a:pPr>
              <a:defRPr sz="2100" b="1">
                <a:solidFill>
                  <a:srgbClr val="087F8C"/>
                </a:solidFill>
                <a:latin typeface="Arial"/>
                <a:ea typeface="Arial"/>
                <a:cs typeface="Arial"/>
              </a:defRPr>
            </a:pPr>
            <a:r>
              <a:rPr sz="2100" b="1">
                <a:solidFill>
                  <a:srgbClr val="087F8C"/>
                </a:solidFill>
                <a:latin typeface="Arial"/>
                <a:ea typeface="Arial"/>
                <a:cs typeface="Arial"/>
              </a:rPr>
              <a:t>96.64% recall</a:t>
            </a:r>
          </a:p>
          <a:p xmlns:a="http://schemas.openxmlformats.org/drawingml/2006/main">
            <a:pPr>
              <a:defRPr sz="2100" b="1">
                <a:solidFill>
                  <a:srgbClr val="087F8C"/>
                </a:solidFill>
                <a:latin typeface="Arial"/>
                <a:ea typeface="Arial"/>
                <a:cs typeface="Arial"/>
              </a:defRPr>
            </a:pPr>
            <a:r>
              <a:rPr sz="2100" b="1">
                <a:solidFill>
                  <a:srgbClr val="087F8C"/>
                </a:solidFill>
                <a:latin typeface="Arial"/>
                <a:ea typeface="Arial"/>
                <a:cs typeface="Arial"/>
              </a:rPr>
              <a:t>61.47% specificity</a:t>
            </a:r>
          </a:p>
        </p:txBody>
      </p:sp>
      <p:sp>
        <p:nvSpPr>
          <p:cNvPr id="5" name="">
            <a:extLst xmlns:a="http://schemas.openxmlformats.org/drawingml/2006/main">
              <a:ext uri="{FF2B5EF4-FFF2-40B4-BE49-F238E27FC236}">
                <a16:creationId xmlns:a16="http://schemas.microsoft.com/office/drawing/2014/main" id="{AEF5C166-E4B0-4BB2-B774-C83B8A85FE53}"/>
              </a:ext>
            </a:extLst>
          </p:cNvPr>
          <p:cNvSpPr>
            <a:spLocks xmlns:a="http://schemas.openxmlformats.org/drawingml/2006/main" noGrp="1"/>
          </p:cNvSpPr>
          <p:nvPr/>
        </p:nvSpPr>
        <p:spPr>
          <a:xfrm xmlns:a="http://schemas.openxmlformats.org/drawingml/2006/main">
            <a:off x="685800" y="4857750"/>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32B40"/>
                </a:solidFill>
                <a:latin typeface="Arial"/>
                <a:ea typeface="Arial"/>
                <a:cs typeface="Arial"/>
              </a:defRPr>
            </a:defPPr>
            <a:lvl1pPr>
              <a:defRPr sz="2100" b="0">
                <a:solidFill>
                  <a:srgbClr val="132B40"/>
                </a:solidFill>
                <a:latin typeface="Arial"/>
                <a:ea typeface="Arial"/>
                <a:cs typeface="Arial"/>
              </a:defRPr>
            </a:lvl1pPr>
            <a:lvl2pPr>
              <a:defRPr sz="2100" b="0">
                <a:solidFill>
                  <a:srgbClr val="132B40"/>
                </a:solidFill>
                <a:latin typeface="Arial"/>
                <a:ea typeface="Arial"/>
                <a:cs typeface="Arial"/>
              </a:defRPr>
            </a:lvl2pPr>
            <a:lvl3pPr>
              <a:defRPr sz="2100" b="0">
                <a:solidFill>
                  <a:srgbClr val="132B40"/>
                </a:solidFill>
                <a:latin typeface="Arial"/>
                <a:ea typeface="Arial"/>
                <a:cs typeface="Arial"/>
              </a:defRPr>
            </a:lvl3pPr>
            <a:lvl4pPr>
              <a:defRPr sz="2100" b="0">
                <a:solidFill>
                  <a:srgbClr val="132B40"/>
                </a:solidFill>
                <a:latin typeface="Arial"/>
                <a:ea typeface="Arial"/>
                <a:cs typeface="Arial"/>
              </a:defRPr>
            </a:lvl4pPr>
            <a:lvl5pPr>
              <a:defRPr sz="2100" b="0">
                <a:solidFill>
                  <a:srgbClr val="132B40"/>
                </a:solidFill>
                <a:latin typeface="Arial"/>
                <a:ea typeface="Arial"/>
                <a:cs typeface="Arial"/>
              </a:defRPr>
            </a:lvl5pPr>
            <a:lvl6pPr>
              <a:defRPr sz="2100" b="0">
                <a:solidFill>
                  <a:srgbClr val="132B40"/>
                </a:solidFill>
                <a:latin typeface="Arial"/>
                <a:ea typeface="Arial"/>
                <a:cs typeface="Arial"/>
              </a:defRPr>
            </a:lvl6pPr>
            <a:lvl7pPr>
              <a:defRPr sz="2100" b="0">
                <a:solidFill>
                  <a:srgbClr val="132B40"/>
                </a:solidFill>
                <a:latin typeface="Arial"/>
                <a:ea typeface="Arial"/>
                <a:cs typeface="Arial"/>
              </a:defRPr>
            </a:lvl7pPr>
            <a:lvl8pPr>
              <a:defRPr sz="2100" b="0">
                <a:solidFill>
                  <a:srgbClr val="132B40"/>
                </a:solidFill>
                <a:latin typeface="Arial"/>
                <a:ea typeface="Arial"/>
                <a:cs typeface="Arial"/>
              </a:defRPr>
            </a:lvl8pPr>
            <a:lvl9pPr>
              <a:defRPr sz="2100" b="0">
                <a:solidFill>
                  <a:srgbClr val="132B40"/>
                </a:solidFill>
                <a:latin typeface="Arial"/>
                <a:ea typeface="Arial"/>
                <a:cs typeface="Arial"/>
              </a:defRPr>
            </a:lvl9pPr>
          </a:lstStyle>
          <a:p xmlns:a="http://schemas.openxmlformats.org/drawingml/2006/main">
            <a:pPr>
              <a:defRPr sz="2100" b="0">
                <a:solidFill>
                  <a:srgbClr val="132B40"/>
                </a:solidFill>
                <a:latin typeface="Arial"/>
                <a:ea typeface="Arial"/>
                <a:cs typeface="Arial"/>
              </a:defRPr>
            </a:pPr>
            <a:r>
              <a:rPr sz="2100" b="0">
                <a:solidFill>
                  <a:srgbClr val="132B40"/>
                </a:solidFill>
                <a:latin typeface="Arial"/>
                <a:ea typeface="Arial"/>
                <a:cs typeface="Arial"/>
              </a:rPr>
              <a:t>Precision 80.78%     F1 0.8800</a:t>
            </a:r>
          </a:p>
        </p:txBody>
      </p:sp>
    </p:spTree>
    <p:extLst>
      <p:ext uri="{BB962C8B-B14F-4D97-AF65-F5344CB8AC3E}">
        <p14:creationId xmlns:p14="http://schemas.microsoft.com/office/powerpoint/2010/main" val="897122749"/>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B684E20E-FA44-4BD1-A2CD-E78E7EA250E6}"/>
              </a:ext>
            </a:extLst>
          </p:cNvPr>
          <p:cNvSpPr>
            <a:spLocks xmlns:a="http://schemas.openxmlformats.org/drawingml/2006/main" noGrp="1"/>
          </p:cNvSpPr>
          <p:nvPr/>
        </p:nvSpPr>
        <p:spPr>
          <a:xfrm xmlns:a="http://schemas.openxmlformats.org/drawingml/2006/main">
            <a:off x="609600" y="43815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32B40"/>
                </a:solidFill>
                <a:latin typeface="Arial"/>
                <a:ea typeface="Arial"/>
                <a:cs typeface="Arial"/>
              </a:defRPr>
            </a:defPPr>
            <a:lvl1pPr>
              <a:defRPr sz="3225" b="1">
                <a:solidFill>
                  <a:srgbClr val="132B40"/>
                </a:solidFill>
                <a:latin typeface="Arial"/>
                <a:ea typeface="Arial"/>
                <a:cs typeface="Arial"/>
              </a:defRPr>
            </a:lvl1pPr>
            <a:lvl2pPr>
              <a:defRPr sz="3225" b="1">
                <a:solidFill>
                  <a:srgbClr val="132B40"/>
                </a:solidFill>
                <a:latin typeface="Arial"/>
                <a:ea typeface="Arial"/>
                <a:cs typeface="Arial"/>
              </a:defRPr>
            </a:lvl2pPr>
            <a:lvl3pPr>
              <a:defRPr sz="3225" b="1">
                <a:solidFill>
                  <a:srgbClr val="132B40"/>
                </a:solidFill>
                <a:latin typeface="Arial"/>
                <a:ea typeface="Arial"/>
                <a:cs typeface="Arial"/>
              </a:defRPr>
            </a:lvl3pPr>
            <a:lvl4pPr>
              <a:defRPr sz="3225" b="1">
                <a:solidFill>
                  <a:srgbClr val="132B40"/>
                </a:solidFill>
                <a:latin typeface="Arial"/>
                <a:ea typeface="Arial"/>
                <a:cs typeface="Arial"/>
              </a:defRPr>
            </a:lvl4pPr>
            <a:lvl5pPr>
              <a:defRPr sz="3225" b="1">
                <a:solidFill>
                  <a:srgbClr val="132B40"/>
                </a:solidFill>
                <a:latin typeface="Arial"/>
                <a:ea typeface="Arial"/>
                <a:cs typeface="Arial"/>
              </a:defRPr>
            </a:lvl5pPr>
            <a:lvl6pPr>
              <a:defRPr sz="3225" b="1">
                <a:solidFill>
                  <a:srgbClr val="132B40"/>
                </a:solidFill>
                <a:latin typeface="Arial"/>
                <a:ea typeface="Arial"/>
                <a:cs typeface="Arial"/>
              </a:defRPr>
            </a:lvl6pPr>
            <a:lvl7pPr>
              <a:defRPr sz="3225" b="1">
                <a:solidFill>
                  <a:srgbClr val="132B40"/>
                </a:solidFill>
                <a:latin typeface="Arial"/>
                <a:ea typeface="Arial"/>
                <a:cs typeface="Arial"/>
              </a:defRPr>
            </a:lvl7pPr>
            <a:lvl8pPr>
              <a:defRPr sz="3225" b="1">
                <a:solidFill>
                  <a:srgbClr val="132B40"/>
                </a:solidFill>
                <a:latin typeface="Arial"/>
                <a:ea typeface="Arial"/>
                <a:cs typeface="Arial"/>
              </a:defRPr>
            </a:lvl8pPr>
            <a:lvl9pPr>
              <a:defRPr sz="3225" b="1">
                <a:solidFill>
                  <a:srgbClr val="132B40"/>
                </a:solidFill>
                <a:latin typeface="Arial"/>
                <a:ea typeface="Arial"/>
                <a:cs typeface="Arial"/>
              </a:defRPr>
            </a:lvl9pPr>
          </a:lstStyle>
          <a:p xmlns:a="http://schemas.openxmlformats.org/drawingml/2006/main">
            <a:pPr>
              <a:defRPr sz="3225" b="1">
                <a:solidFill>
                  <a:srgbClr val="132B40"/>
                </a:solidFill>
                <a:latin typeface="Arial"/>
                <a:ea typeface="Arial"/>
                <a:cs typeface="Arial"/>
              </a:defRPr>
            </a:pPr>
            <a:r>
              <a:rPr sz="3225" b="1">
                <a:solidFill>
                  <a:srgbClr val="132B40"/>
                </a:solidFill>
                <a:latin typeface="Arial"/>
                <a:ea typeface="Arial"/>
                <a:cs typeface="Arial"/>
              </a:rPr>
              <a:t>ROC curve &amp; error analysis</a:t>
            </a:r>
          </a:p>
        </p:txBody>
      </p:sp>
      <p:sp>
        <p:nvSpPr>
          <p:cNvPr id="2" name="">
            <a:extLst xmlns:a="http://schemas.openxmlformats.org/drawingml/2006/main">
              <a:ext uri="{FF2B5EF4-FFF2-40B4-BE49-F238E27FC236}">
                <a16:creationId xmlns:a16="http://schemas.microsoft.com/office/drawing/2014/main" id="{C67CF396-B3FA-4588-9AA4-9E720958B683}"/>
              </a:ext>
            </a:extLst>
          </p:cNvPr>
          <p:cNvSpPr>
            <a:spLocks xmlns:a="http://schemas.openxmlformats.org/drawingml/2006/main" noGrp="1"/>
          </p:cNvSpPr>
          <p:nvPr/>
        </p:nvSpPr>
        <p:spPr>
          <a:xfrm xmlns:a="http://schemas.openxmlformats.org/drawingml/2006/main">
            <a:off x="11144250" y="6353175"/>
            <a:ext cx="523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4C6070"/>
                </a:solidFill>
                <a:latin typeface="Arial"/>
                <a:ea typeface="Arial"/>
                <a:cs typeface="Arial"/>
              </a:defRPr>
            </a:defPPr>
            <a:lvl1pPr>
              <a:defRPr sz="1275" b="0">
                <a:solidFill>
                  <a:srgbClr val="4C6070"/>
                </a:solidFill>
                <a:latin typeface="Arial"/>
                <a:ea typeface="Arial"/>
                <a:cs typeface="Arial"/>
              </a:defRPr>
            </a:lvl1pPr>
            <a:lvl2pPr>
              <a:defRPr sz="1275" b="0">
                <a:solidFill>
                  <a:srgbClr val="4C6070"/>
                </a:solidFill>
                <a:latin typeface="Arial"/>
                <a:ea typeface="Arial"/>
                <a:cs typeface="Arial"/>
              </a:defRPr>
            </a:lvl2pPr>
            <a:lvl3pPr>
              <a:defRPr sz="1275" b="0">
                <a:solidFill>
                  <a:srgbClr val="4C6070"/>
                </a:solidFill>
                <a:latin typeface="Arial"/>
                <a:ea typeface="Arial"/>
                <a:cs typeface="Arial"/>
              </a:defRPr>
            </a:lvl3pPr>
            <a:lvl4pPr>
              <a:defRPr sz="1275" b="0">
                <a:solidFill>
                  <a:srgbClr val="4C6070"/>
                </a:solidFill>
                <a:latin typeface="Arial"/>
                <a:ea typeface="Arial"/>
                <a:cs typeface="Arial"/>
              </a:defRPr>
            </a:lvl4pPr>
            <a:lvl5pPr>
              <a:defRPr sz="1275" b="0">
                <a:solidFill>
                  <a:srgbClr val="4C6070"/>
                </a:solidFill>
                <a:latin typeface="Arial"/>
                <a:ea typeface="Arial"/>
                <a:cs typeface="Arial"/>
              </a:defRPr>
            </a:lvl5pPr>
            <a:lvl6pPr>
              <a:defRPr sz="1275" b="0">
                <a:solidFill>
                  <a:srgbClr val="4C6070"/>
                </a:solidFill>
                <a:latin typeface="Arial"/>
                <a:ea typeface="Arial"/>
                <a:cs typeface="Arial"/>
              </a:defRPr>
            </a:lvl6pPr>
            <a:lvl7pPr>
              <a:defRPr sz="1275" b="0">
                <a:solidFill>
                  <a:srgbClr val="4C6070"/>
                </a:solidFill>
                <a:latin typeface="Arial"/>
                <a:ea typeface="Arial"/>
                <a:cs typeface="Arial"/>
              </a:defRPr>
            </a:lvl7pPr>
            <a:lvl8pPr>
              <a:defRPr sz="1275" b="0">
                <a:solidFill>
                  <a:srgbClr val="4C6070"/>
                </a:solidFill>
                <a:latin typeface="Arial"/>
                <a:ea typeface="Arial"/>
                <a:cs typeface="Arial"/>
              </a:defRPr>
            </a:lvl8pPr>
            <a:lvl9pPr>
              <a:defRPr sz="1275" b="0">
                <a:solidFill>
                  <a:srgbClr val="4C6070"/>
                </a:solidFill>
                <a:latin typeface="Arial"/>
                <a:ea typeface="Arial"/>
                <a:cs typeface="Arial"/>
              </a:defRPr>
            </a:lvl9pPr>
          </a:lstStyle>
          <a:p xmlns:a="http://schemas.openxmlformats.org/drawingml/2006/main">
            <a:pPr>
              <a:defRPr sz="1275" b="0">
                <a:solidFill>
                  <a:srgbClr val="4C6070"/>
                </a:solidFill>
                <a:latin typeface="Arial"/>
                <a:ea typeface="Arial"/>
                <a:cs typeface="Arial"/>
              </a:defRPr>
            </a:pPr>
            <a:r>
              <a:rPr sz="1275" b="0">
                <a:solidFill>
                  <a:srgbClr val="4C6070"/>
                </a:solidFill>
                <a:latin typeface="Arial"/>
                <a:ea typeface="Arial"/>
                <a:cs typeface="Arial"/>
              </a:rPr>
              <a:t>14</a:t>
            </a:r>
          </a:p>
        </p:txBody>
      </p:sp>
      <p:pic>
        <p:nvPicPr>
          <p:cNvPr id="3" name="">
            <a:extLst xmlns:a="http://schemas.openxmlformats.org/drawingml/2006/main">
              <a:ext uri="{FF2B5EF4-FFF2-40B4-BE49-F238E27FC236}">
                <a16:creationId xmlns:a16="http://schemas.microsoft.com/office/drawing/2014/main" id="{41A6B7E9-57A9-4216-B47B-7E1289470A3A}"/>
              </a:ext>
            </a:extLst>
          </p:cNvPr>
          <p:cNvPicPr>
            <a:picLocks xmlns:a="http://schemas.openxmlformats.org/drawingml/2006/main" noChangeAspect="1"/>
          </p:cNvPicPr>
          <p:nvPr/>
        </p:nvPicPr>
        <p:blipFill>
          <a:blip xmlns:r="http://schemas.openxmlformats.org/officeDocument/2006/relationships" xmlns:a="http://schemas.openxmlformats.org/drawingml/2006/main" r:embed="R1a2d5c11f8b64847"/>
          <a:stretch xmlns:a="http://schemas.openxmlformats.org/drawingml/2006/main"/>
        </p:blipFill>
        <p:spPr>
          <a:xfrm xmlns:a="http://schemas.openxmlformats.org/drawingml/2006/main">
            <a:off x="1314280" y="1381125"/>
            <a:ext cx="9506290" cy="385762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1F0E299D-6878-4885-A4DF-6B730D670F75}"/>
              </a:ext>
            </a:extLst>
          </p:cNvPr>
          <p:cNvSpPr>
            <a:spLocks xmlns:a="http://schemas.openxmlformats.org/drawingml/2006/main" noGrp="1"/>
          </p:cNvSpPr>
          <p:nvPr/>
        </p:nvSpPr>
        <p:spPr>
          <a:xfrm xmlns:a="http://schemas.openxmlformats.org/drawingml/2006/main">
            <a:off x="685800" y="552450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087F8C"/>
                </a:solidFill>
                <a:latin typeface="Arial"/>
                <a:ea typeface="Arial"/>
                <a:cs typeface="Arial"/>
              </a:defRPr>
            </a:defPPr>
            <a:lvl1pPr>
              <a:defRPr sz="1725" b="1">
                <a:solidFill>
                  <a:srgbClr val="087F8C"/>
                </a:solidFill>
                <a:latin typeface="Arial"/>
                <a:ea typeface="Arial"/>
                <a:cs typeface="Arial"/>
              </a:defRPr>
            </a:lvl1pPr>
            <a:lvl2pPr>
              <a:defRPr sz="1725" b="1">
                <a:solidFill>
                  <a:srgbClr val="087F8C"/>
                </a:solidFill>
                <a:latin typeface="Arial"/>
                <a:ea typeface="Arial"/>
                <a:cs typeface="Arial"/>
              </a:defRPr>
            </a:lvl2pPr>
            <a:lvl3pPr>
              <a:defRPr sz="1725" b="1">
                <a:solidFill>
                  <a:srgbClr val="087F8C"/>
                </a:solidFill>
                <a:latin typeface="Arial"/>
                <a:ea typeface="Arial"/>
                <a:cs typeface="Arial"/>
              </a:defRPr>
            </a:lvl3pPr>
            <a:lvl4pPr>
              <a:defRPr sz="1725" b="1">
                <a:solidFill>
                  <a:srgbClr val="087F8C"/>
                </a:solidFill>
                <a:latin typeface="Arial"/>
                <a:ea typeface="Arial"/>
                <a:cs typeface="Arial"/>
              </a:defRPr>
            </a:lvl4pPr>
            <a:lvl5pPr>
              <a:defRPr sz="1725" b="1">
                <a:solidFill>
                  <a:srgbClr val="087F8C"/>
                </a:solidFill>
                <a:latin typeface="Arial"/>
                <a:ea typeface="Arial"/>
                <a:cs typeface="Arial"/>
              </a:defRPr>
            </a:lvl5pPr>
            <a:lvl6pPr>
              <a:defRPr sz="1725" b="1">
                <a:solidFill>
                  <a:srgbClr val="087F8C"/>
                </a:solidFill>
                <a:latin typeface="Arial"/>
                <a:ea typeface="Arial"/>
                <a:cs typeface="Arial"/>
              </a:defRPr>
            </a:lvl6pPr>
            <a:lvl7pPr>
              <a:defRPr sz="1725" b="1">
                <a:solidFill>
                  <a:srgbClr val="087F8C"/>
                </a:solidFill>
                <a:latin typeface="Arial"/>
                <a:ea typeface="Arial"/>
                <a:cs typeface="Arial"/>
              </a:defRPr>
            </a:lvl7pPr>
            <a:lvl8pPr>
              <a:defRPr sz="1725" b="1">
                <a:solidFill>
                  <a:srgbClr val="087F8C"/>
                </a:solidFill>
                <a:latin typeface="Arial"/>
                <a:ea typeface="Arial"/>
                <a:cs typeface="Arial"/>
              </a:defRPr>
            </a:lvl8pPr>
            <a:lvl9pPr>
              <a:defRPr sz="1725" b="1">
                <a:solidFill>
                  <a:srgbClr val="087F8C"/>
                </a:solidFill>
                <a:latin typeface="Arial"/>
                <a:ea typeface="Arial"/>
                <a:cs typeface="Arial"/>
              </a:defRPr>
            </a:lvl9pPr>
          </a:lstStyle>
          <a:p xmlns:a="http://schemas.openxmlformats.org/drawingml/2006/main">
            <a:pPr>
              <a:defRPr sz="1725" b="1">
                <a:solidFill>
                  <a:srgbClr val="087F8C"/>
                </a:solidFill>
                <a:latin typeface="Arial"/>
                <a:ea typeface="Arial"/>
                <a:cs typeface="Arial"/>
              </a:defRPr>
            </a:pPr>
            <a:r>
              <a:rPr sz="1725" b="1">
                <a:solidFill>
                  <a:srgbClr val="087F8C"/>
                </a:solidFill>
                <a:latin typeface="Arial"/>
                <a:ea typeface="Arial"/>
                <a:cs typeface="Arial"/>
              </a:rPr>
              <a:t>AUC does not choose the threshold; false positives and false negatives remain consequential.</a:t>
            </a:r>
          </a:p>
        </p:txBody>
      </p:sp>
    </p:spTree>
    <p:extLst>
      <p:ext uri="{BB962C8B-B14F-4D97-AF65-F5344CB8AC3E}">
        <p14:creationId xmlns:p14="http://schemas.microsoft.com/office/powerpoint/2010/main" val="1864355712"/>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7090226-E609-4F43-9411-DF513D344219}"/>
              </a:ext>
            </a:extLst>
          </p:cNvPr>
          <p:cNvSpPr>
            <a:spLocks xmlns:a="http://schemas.openxmlformats.org/drawingml/2006/main" noGrp="1"/>
          </p:cNvSpPr>
          <p:nvPr/>
        </p:nvSpPr>
        <p:spPr>
          <a:xfrm xmlns:a="http://schemas.openxmlformats.org/drawingml/2006/main">
            <a:off x="609600" y="43815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32B40"/>
                </a:solidFill>
                <a:latin typeface="Arial"/>
                <a:ea typeface="Arial"/>
                <a:cs typeface="Arial"/>
              </a:defRPr>
            </a:defPPr>
            <a:lvl1pPr>
              <a:defRPr sz="3225" b="1">
                <a:solidFill>
                  <a:srgbClr val="132B40"/>
                </a:solidFill>
                <a:latin typeface="Arial"/>
                <a:ea typeface="Arial"/>
                <a:cs typeface="Arial"/>
              </a:defRPr>
            </a:lvl1pPr>
            <a:lvl2pPr>
              <a:defRPr sz="3225" b="1">
                <a:solidFill>
                  <a:srgbClr val="132B40"/>
                </a:solidFill>
                <a:latin typeface="Arial"/>
                <a:ea typeface="Arial"/>
                <a:cs typeface="Arial"/>
              </a:defRPr>
            </a:lvl2pPr>
            <a:lvl3pPr>
              <a:defRPr sz="3225" b="1">
                <a:solidFill>
                  <a:srgbClr val="132B40"/>
                </a:solidFill>
                <a:latin typeface="Arial"/>
                <a:ea typeface="Arial"/>
                <a:cs typeface="Arial"/>
              </a:defRPr>
            </a:lvl3pPr>
            <a:lvl4pPr>
              <a:defRPr sz="3225" b="1">
                <a:solidFill>
                  <a:srgbClr val="132B40"/>
                </a:solidFill>
                <a:latin typeface="Arial"/>
                <a:ea typeface="Arial"/>
                <a:cs typeface="Arial"/>
              </a:defRPr>
            </a:lvl4pPr>
            <a:lvl5pPr>
              <a:defRPr sz="3225" b="1">
                <a:solidFill>
                  <a:srgbClr val="132B40"/>
                </a:solidFill>
                <a:latin typeface="Arial"/>
                <a:ea typeface="Arial"/>
                <a:cs typeface="Arial"/>
              </a:defRPr>
            </a:lvl5pPr>
            <a:lvl6pPr>
              <a:defRPr sz="3225" b="1">
                <a:solidFill>
                  <a:srgbClr val="132B40"/>
                </a:solidFill>
                <a:latin typeface="Arial"/>
                <a:ea typeface="Arial"/>
                <a:cs typeface="Arial"/>
              </a:defRPr>
            </a:lvl6pPr>
            <a:lvl7pPr>
              <a:defRPr sz="3225" b="1">
                <a:solidFill>
                  <a:srgbClr val="132B40"/>
                </a:solidFill>
                <a:latin typeface="Arial"/>
                <a:ea typeface="Arial"/>
                <a:cs typeface="Arial"/>
              </a:defRPr>
            </a:lvl7pPr>
            <a:lvl8pPr>
              <a:defRPr sz="3225" b="1">
                <a:solidFill>
                  <a:srgbClr val="132B40"/>
                </a:solidFill>
                <a:latin typeface="Arial"/>
                <a:ea typeface="Arial"/>
                <a:cs typeface="Arial"/>
              </a:defRPr>
            </a:lvl8pPr>
            <a:lvl9pPr>
              <a:defRPr sz="3225" b="1">
                <a:solidFill>
                  <a:srgbClr val="132B40"/>
                </a:solidFill>
                <a:latin typeface="Arial"/>
                <a:ea typeface="Arial"/>
                <a:cs typeface="Arial"/>
              </a:defRPr>
            </a:lvl9pPr>
          </a:lstStyle>
          <a:p xmlns:a="http://schemas.openxmlformats.org/drawingml/2006/main">
            <a:pPr>
              <a:defRPr sz="3225" b="1">
                <a:solidFill>
                  <a:srgbClr val="132B40"/>
                </a:solidFill>
                <a:latin typeface="Arial"/>
                <a:ea typeface="Arial"/>
                <a:cs typeface="Arial"/>
              </a:defRPr>
            </a:pPr>
            <a:r>
              <a:rPr sz="3225" b="1">
                <a:solidFill>
                  <a:srgbClr val="132B40"/>
                </a:solidFill>
                <a:latin typeface="Arial"/>
                <a:ea typeface="Arial"/>
                <a:cs typeface="Arial"/>
              </a:rPr>
              <a:t>Feature ablation: spatial summaries add value</a:t>
            </a:r>
          </a:p>
        </p:txBody>
      </p:sp>
      <p:sp>
        <p:nvSpPr>
          <p:cNvPr id="2" name="">
            <a:extLst xmlns:a="http://schemas.openxmlformats.org/drawingml/2006/main">
              <a:ext uri="{FF2B5EF4-FFF2-40B4-BE49-F238E27FC236}">
                <a16:creationId xmlns:a16="http://schemas.microsoft.com/office/drawing/2014/main" id="{E1BA0FB6-8D1F-45BE-AB79-0ABC9CA3FC29}"/>
              </a:ext>
            </a:extLst>
          </p:cNvPr>
          <p:cNvSpPr>
            <a:spLocks xmlns:a="http://schemas.openxmlformats.org/drawingml/2006/main" noGrp="1"/>
          </p:cNvSpPr>
          <p:nvPr/>
        </p:nvSpPr>
        <p:spPr>
          <a:xfrm xmlns:a="http://schemas.openxmlformats.org/drawingml/2006/main">
            <a:off x="11144250" y="6353175"/>
            <a:ext cx="523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4C6070"/>
                </a:solidFill>
                <a:latin typeface="Arial"/>
                <a:ea typeface="Arial"/>
                <a:cs typeface="Arial"/>
              </a:defRPr>
            </a:defPPr>
            <a:lvl1pPr>
              <a:defRPr sz="1275" b="0">
                <a:solidFill>
                  <a:srgbClr val="4C6070"/>
                </a:solidFill>
                <a:latin typeface="Arial"/>
                <a:ea typeface="Arial"/>
                <a:cs typeface="Arial"/>
              </a:defRPr>
            </a:lvl1pPr>
            <a:lvl2pPr>
              <a:defRPr sz="1275" b="0">
                <a:solidFill>
                  <a:srgbClr val="4C6070"/>
                </a:solidFill>
                <a:latin typeface="Arial"/>
                <a:ea typeface="Arial"/>
                <a:cs typeface="Arial"/>
              </a:defRPr>
            </a:lvl2pPr>
            <a:lvl3pPr>
              <a:defRPr sz="1275" b="0">
                <a:solidFill>
                  <a:srgbClr val="4C6070"/>
                </a:solidFill>
                <a:latin typeface="Arial"/>
                <a:ea typeface="Arial"/>
                <a:cs typeface="Arial"/>
              </a:defRPr>
            </a:lvl3pPr>
            <a:lvl4pPr>
              <a:defRPr sz="1275" b="0">
                <a:solidFill>
                  <a:srgbClr val="4C6070"/>
                </a:solidFill>
                <a:latin typeface="Arial"/>
                <a:ea typeface="Arial"/>
                <a:cs typeface="Arial"/>
              </a:defRPr>
            </a:lvl4pPr>
            <a:lvl5pPr>
              <a:defRPr sz="1275" b="0">
                <a:solidFill>
                  <a:srgbClr val="4C6070"/>
                </a:solidFill>
                <a:latin typeface="Arial"/>
                <a:ea typeface="Arial"/>
                <a:cs typeface="Arial"/>
              </a:defRPr>
            </a:lvl5pPr>
            <a:lvl6pPr>
              <a:defRPr sz="1275" b="0">
                <a:solidFill>
                  <a:srgbClr val="4C6070"/>
                </a:solidFill>
                <a:latin typeface="Arial"/>
                <a:ea typeface="Arial"/>
                <a:cs typeface="Arial"/>
              </a:defRPr>
            </a:lvl6pPr>
            <a:lvl7pPr>
              <a:defRPr sz="1275" b="0">
                <a:solidFill>
                  <a:srgbClr val="4C6070"/>
                </a:solidFill>
                <a:latin typeface="Arial"/>
                <a:ea typeface="Arial"/>
                <a:cs typeface="Arial"/>
              </a:defRPr>
            </a:lvl7pPr>
            <a:lvl8pPr>
              <a:defRPr sz="1275" b="0">
                <a:solidFill>
                  <a:srgbClr val="4C6070"/>
                </a:solidFill>
                <a:latin typeface="Arial"/>
                <a:ea typeface="Arial"/>
                <a:cs typeface="Arial"/>
              </a:defRPr>
            </a:lvl8pPr>
            <a:lvl9pPr>
              <a:defRPr sz="1275" b="0">
                <a:solidFill>
                  <a:srgbClr val="4C6070"/>
                </a:solidFill>
                <a:latin typeface="Arial"/>
                <a:ea typeface="Arial"/>
                <a:cs typeface="Arial"/>
              </a:defRPr>
            </a:lvl9pPr>
          </a:lstStyle>
          <a:p xmlns:a="http://schemas.openxmlformats.org/drawingml/2006/main">
            <a:pPr>
              <a:defRPr sz="1275" b="0">
                <a:solidFill>
                  <a:srgbClr val="4C6070"/>
                </a:solidFill>
                <a:latin typeface="Arial"/>
                <a:ea typeface="Arial"/>
                <a:cs typeface="Arial"/>
              </a:defRPr>
            </a:pPr>
            <a:r>
              <a:rPr sz="1275" b="0">
                <a:solidFill>
                  <a:srgbClr val="4C6070"/>
                </a:solidFill>
                <a:latin typeface="Arial"/>
                <a:ea typeface="Arial"/>
                <a:cs typeface="Arial"/>
              </a:rPr>
              <a:t>15</a:t>
            </a:r>
          </a:p>
        </p:txBody>
      </p:sp>
      <p:sp>
        <p:nvSpPr>
          <p:cNvPr id="3" name="">
            <a:extLst xmlns:a="http://schemas.openxmlformats.org/drawingml/2006/main">
              <a:ext uri="{FF2B5EF4-FFF2-40B4-BE49-F238E27FC236}">
                <a16:creationId xmlns:a16="http://schemas.microsoft.com/office/drawing/2014/main" id="{2DEBD4D3-C8D2-4C0B-8183-1B1AEFE47D19}"/>
              </a:ext>
            </a:extLst>
          </p:cNvPr>
          <p:cNvSpPr>
            <a:spLocks xmlns:a="http://schemas.openxmlformats.org/drawingml/2006/main" noGrp="1"/>
          </p:cNvSpPr>
          <p:nvPr/>
        </p:nvSpPr>
        <p:spPr>
          <a:xfrm xmlns:a="http://schemas.openxmlformats.org/drawingml/2006/main">
            <a:off x="685800" y="1238250"/>
            <a:ext cx="7524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4C6070"/>
                </a:solidFill>
                <a:latin typeface="Arial"/>
                <a:ea typeface="Arial"/>
                <a:cs typeface="Arial"/>
              </a:defRPr>
            </a:defPPr>
            <a:lvl1pPr>
              <a:defRPr sz="1650" b="0">
                <a:solidFill>
                  <a:srgbClr val="4C6070"/>
                </a:solidFill>
                <a:latin typeface="Arial"/>
                <a:ea typeface="Arial"/>
                <a:cs typeface="Arial"/>
              </a:defRPr>
            </a:lvl1pPr>
            <a:lvl2pPr>
              <a:defRPr sz="1650" b="0">
                <a:solidFill>
                  <a:srgbClr val="4C6070"/>
                </a:solidFill>
                <a:latin typeface="Arial"/>
                <a:ea typeface="Arial"/>
                <a:cs typeface="Arial"/>
              </a:defRPr>
            </a:lvl2pPr>
            <a:lvl3pPr>
              <a:defRPr sz="1650" b="0">
                <a:solidFill>
                  <a:srgbClr val="4C6070"/>
                </a:solidFill>
                <a:latin typeface="Arial"/>
                <a:ea typeface="Arial"/>
                <a:cs typeface="Arial"/>
              </a:defRPr>
            </a:lvl3pPr>
            <a:lvl4pPr>
              <a:defRPr sz="1650" b="0">
                <a:solidFill>
                  <a:srgbClr val="4C6070"/>
                </a:solidFill>
                <a:latin typeface="Arial"/>
                <a:ea typeface="Arial"/>
                <a:cs typeface="Arial"/>
              </a:defRPr>
            </a:lvl4pPr>
            <a:lvl5pPr>
              <a:defRPr sz="1650" b="0">
                <a:solidFill>
                  <a:srgbClr val="4C6070"/>
                </a:solidFill>
                <a:latin typeface="Arial"/>
                <a:ea typeface="Arial"/>
                <a:cs typeface="Arial"/>
              </a:defRPr>
            </a:lvl5pPr>
            <a:lvl6pPr>
              <a:defRPr sz="1650" b="0">
                <a:solidFill>
                  <a:srgbClr val="4C6070"/>
                </a:solidFill>
                <a:latin typeface="Arial"/>
                <a:ea typeface="Arial"/>
                <a:cs typeface="Arial"/>
              </a:defRPr>
            </a:lvl6pPr>
            <a:lvl7pPr>
              <a:defRPr sz="1650" b="0">
                <a:solidFill>
                  <a:srgbClr val="4C6070"/>
                </a:solidFill>
                <a:latin typeface="Arial"/>
                <a:ea typeface="Arial"/>
                <a:cs typeface="Arial"/>
              </a:defRPr>
            </a:lvl7pPr>
            <a:lvl8pPr>
              <a:defRPr sz="1650" b="0">
                <a:solidFill>
                  <a:srgbClr val="4C6070"/>
                </a:solidFill>
                <a:latin typeface="Arial"/>
                <a:ea typeface="Arial"/>
                <a:cs typeface="Arial"/>
              </a:defRPr>
            </a:lvl8pPr>
            <a:lvl9pPr>
              <a:defRPr sz="1650" b="0">
                <a:solidFill>
                  <a:srgbClr val="4C6070"/>
                </a:solidFill>
                <a:latin typeface="Arial"/>
                <a:ea typeface="Arial"/>
                <a:cs typeface="Arial"/>
              </a:defRPr>
            </a:lvl9pPr>
          </a:lstStyle>
          <a:p xmlns:a="http://schemas.openxmlformats.org/drawingml/2006/main">
            <a:pPr>
              <a:defRPr sz="1650" b="0">
                <a:solidFill>
                  <a:srgbClr val="4C6070"/>
                </a:solidFill>
                <a:latin typeface="Arial"/>
                <a:ea typeface="Arial"/>
                <a:cs typeface="Arial"/>
              </a:defRPr>
            </a:pPr>
            <a:r>
              <a:rPr sz="1650" b="0">
                <a:solidFill>
                  <a:srgbClr val="4C6070"/>
                </a:solidFill>
                <a:latin typeface="Arial"/>
                <a:ea typeface="Arial"/>
                <a:cs typeface="Arial"/>
              </a:rPr>
              <a:t>Mean CV balanced accuracy (%)</a:t>
            </a:r>
          </a:p>
        </p:txBody>
      </p:sp>
      <p:graphicFrame>
        <p:nvGraphicFramePr>
          <p:cNvPr id="4" name="Chart">
            <a:extLst xmlns:a="http://schemas.openxmlformats.org/drawingml/2006/main">
              <a:ext uri="{FF2B5EF4-FFF2-40B4-BE49-F238E27FC236}">
                <a16:creationId xmlns:a16="http://schemas.microsoft.com/office/drawing/2014/main" id="{F657E5EA-76C5-4D5F-AE69-5F974E091A54}"/>
              </a:ext>
            </a:extLst>
          </p:cNvPr>
          <p:cNvGraphicFramePr/>
          <p:nvPr/>
        </p:nvGraphicFramePr>
        <p:xfrm>
          <a:off xmlns:a="http://schemas.openxmlformats.org/drawingml/2006/main" x="685800" y="1666875"/>
          <a:ext xmlns:a="http://schemas.openxmlformats.org/drawingml/2006/main" cx="7524750" cy="3714750"/>
        </p:xfrm>
        <a:graphic xmlns:a="http://schemas.openxmlformats.org/drawingml/2006/main">
          <a:graphicData uri="http://schemas.openxmlformats.org/drawingml/2006/chart">
            <c:chart xmlns:r="http://schemas.openxmlformats.org/officeDocument/2006/relationships" xmlns:c="http://schemas.openxmlformats.org/drawingml/2006/chart" r:id="Re575cbb68b754654"/>
          </a:graphicData>
        </a:graphic>
      </p:graphicFrame>
      <p:sp>
        <p:nvSpPr>
          <p:cNvPr id="5" name="">
            <a:extLst xmlns:a="http://schemas.openxmlformats.org/drawingml/2006/main">
              <a:ext uri="{FF2B5EF4-FFF2-40B4-BE49-F238E27FC236}">
                <a16:creationId xmlns:a16="http://schemas.microsoft.com/office/drawing/2014/main" id="{A6C45DE2-F663-47C2-808F-63DE32273862}"/>
              </a:ext>
            </a:extLst>
          </p:cNvPr>
          <p:cNvSpPr>
            <a:spLocks xmlns:a="http://schemas.openxmlformats.org/drawingml/2006/main" noGrp="1"/>
          </p:cNvSpPr>
          <p:nvPr/>
        </p:nvSpPr>
        <p:spPr>
          <a:xfrm xmlns:a="http://schemas.openxmlformats.org/drawingml/2006/main">
            <a:off x="8620125" y="2286000"/>
            <a:ext cx="2905125"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1">
                <a:solidFill>
                  <a:srgbClr val="087F8C"/>
                </a:solidFill>
                <a:latin typeface="Arial"/>
                <a:ea typeface="Arial"/>
                <a:cs typeface="Arial"/>
              </a:defRPr>
            </a:defPPr>
            <a:lvl1pPr>
              <a:defRPr sz="2850" b="1">
                <a:solidFill>
                  <a:srgbClr val="087F8C"/>
                </a:solidFill>
                <a:latin typeface="Arial"/>
                <a:ea typeface="Arial"/>
                <a:cs typeface="Arial"/>
              </a:defRPr>
            </a:lvl1pPr>
            <a:lvl2pPr>
              <a:defRPr sz="2850" b="1">
                <a:solidFill>
                  <a:srgbClr val="087F8C"/>
                </a:solidFill>
                <a:latin typeface="Arial"/>
                <a:ea typeface="Arial"/>
                <a:cs typeface="Arial"/>
              </a:defRPr>
            </a:lvl2pPr>
            <a:lvl3pPr>
              <a:defRPr sz="2850" b="1">
                <a:solidFill>
                  <a:srgbClr val="087F8C"/>
                </a:solidFill>
                <a:latin typeface="Arial"/>
                <a:ea typeface="Arial"/>
                <a:cs typeface="Arial"/>
              </a:defRPr>
            </a:lvl3pPr>
            <a:lvl4pPr>
              <a:defRPr sz="2850" b="1">
                <a:solidFill>
                  <a:srgbClr val="087F8C"/>
                </a:solidFill>
                <a:latin typeface="Arial"/>
                <a:ea typeface="Arial"/>
                <a:cs typeface="Arial"/>
              </a:defRPr>
            </a:lvl4pPr>
            <a:lvl5pPr>
              <a:defRPr sz="2850" b="1">
                <a:solidFill>
                  <a:srgbClr val="087F8C"/>
                </a:solidFill>
                <a:latin typeface="Arial"/>
                <a:ea typeface="Arial"/>
                <a:cs typeface="Arial"/>
              </a:defRPr>
            </a:lvl5pPr>
            <a:lvl6pPr>
              <a:defRPr sz="2850" b="1">
                <a:solidFill>
                  <a:srgbClr val="087F8C"/>
                </a:solidFill>
                <a:latin typeface="Arial"/>
                <a:ea typeface="Arial"/>
                <a:cs typeface="Arial"/>
              </a:defRPr>
            </a:lvl6pPr>
            <a:lvl7pPr>
              <a:defRPr sz="2850" b="1">
                <a:solidFill>
                  <a:srgbClr val="087F8C"/>
                </a:solidFill>
                <a:latin typeface="Arial"/>
                <a:ea typeface="Arial"/>
                <a:cs typeface="Arial"/>
              </a:defRPr>
            </a:lvl7pPr>
            <a:lvl8pPr>
              <a:defRPr sz="2850" b="1">
                <a:solidFill>
                  <a:srgbClr val="087F8C"/>
                </a:solidFill>
                <a:latin typeface="Arial"/>
                <a:ea typeface="Arial"/>
                <a:cs typeface="Arial"/>
              </a:defRPr>
            </a:lvl8pPr>
            <a:lvl9pPr>
              <a:defRPr sz="2850" b="1">
                <a:solidFill>
                  <a:srgbClr val="087F8C"/>
                </a:solidFill>
                <a:latin typeface="Arial"/>
                <a:ea typeface="Arial"/>
                <a:cs typeface="Arial"/>
              </a:defRPr>
            </a:lvl9pPr>
          </a:lstStyle>
          <a:p xmlns:a="http://schemas.openxmlformats.org/drawingml/2006/main">
            <a:pPr>
              <a:defRPr sz="2850" b="1">
                <a:solidFill>
                  <a:srgbClr val="087F8C"/>
                </a:solidFill>
                <a:latin typeface="Arial"/>
                <a:ea typeface="Arial"/>
                <a:cs typeface="Arial"/>
              </a:defRPr>
            </a:pPr>
            <a:r>
              <a:rPr sz="2850" b="1">
                <a:solidFill>
                  <a:srgbClr val="087F8C"/>
                </a:solidFill>
                <a:latin typeface="Arial"/>
                <a:ea typeface="Arial"/>
                <a:cs typeface="Arial"/>
              </a:rPr>
              <a:t>+7.25</a:t>
            </a:r>
          </a:p>
          <a:p xmlns:a="http://schemas.openxmlformats.org/drawingml/2006/main">
            <a:pPr>
              <a:defRPr sz="2850" b="1">
                <a:solidFill>
                  <a:srgbClr val="087F8C"/>
                </a:solidFill>
                <a:latin typeface="Arial"/>
                <a:ea typeface="Arial"/>
                <a:cs typeface="Arial"/>
              </a:defRPr>
            </a:pPr>
            <a:r>
              <a:rPr sz="2850" b="1">
                <a:solidFill>
                  <a:srgbClr val="087F8C"/>
                </a:solidFill>
                <a:latin typeface="Arial"/>
                <a:ea typeface="Arial"/>
                <a:cs typeface="Arial"/>
              </a:rPr>
              <a:t>percentage</a:t>
            </a:r>
          </a:p>
          <a:p xmlns:a="http://schemas.openxmlformats.org/drawingml/2006/main">
            <a:pPr>
              <a:defRPr sz="2850" b="1">
                <a:solidFill>
                  <a:srgbClr val="087F8C"/>
                </a:solidFill>
                <a:latin typeface="Arial"/>
                <a:ea typeface="Arial"/>
                <a:cs typeface="Arial"/>
              </a:defRPr>
            </a:pPr>
            <a:r>
              <a:rPr sz="2850" b="1">
                <a:solidFill>
                  <a:srgbClr val="087F8C"/>
                </a:solidFill>
                <a:latin typeface="Arial"/>
                <a:ea typeface="Arial"/>
                <a:cs typeface="Arial"/>
              </a:rPr>
              <a:t>points</a:t>
            </a:r>
          </a:p>
        </p:txBody>
      </p:sp>
      <p:sp>
        <p:nvSpPr>
          <p:cNvPr id="6" name="">
            <a:extLst xmlns:a="http://schemas.openxmlformats.org/drawingml/2006/main">
              <a:ext uri="{FF2B5EF4-FFF2-40B4-BE49-F238E27FC236}">
                <a16:creationId xmlns:a16="http://schemas.microsoft.com/office/drawing/2014/main" id="{D8CF6034-2328-4BAB-BA50-3F538EB60E87}"/>
              </a:ext>
            </a:extLst>
          </p:cNvPr>
          <p:cNvSpPr>
            <a:spLocks xmlns:a="http://schemas.openxmlformats.org/drawingml/2006/main" noGrp="1"/>
          </p:cNvSpPr>
          <p:nvPr/>
        </p:nvSpPr>
        <p:spPr>
          <a:xfrm xmlns:a="http://schemas.openxmlformats.org/drawingml/2006/main">
            <a:off x="685800" y="5762625"/>
            <a:ext cx="10572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32B40"/>
                </a:solidFill>
                <a:latin typeface="Arial"/>
                <a:ea typeface="Arial"/>
                <a:cs typeface="Arial"/>
              </a:defRPr>
            </a:defPPr>
            <a:lvl1pPr>
              <a:defRPr sz="1875" b="0">
                <a:solidFill>
                  <a:srgbClr val="132B40"/>
                </a:solidFill>
                <a:latin typeface="Arial"/>
                <a:ea typeface="Arial"/>
                <a:cs typeface="Arial"/>
              </a:defRPr>
            </a:lvl1pPr>
            <a:lvl2pPr>
              <a:defRPr sz="1875" b="0">
                <a:solidFill>
                  <a:srgbClr val="132B40"/>
                </a:solidFill>
                <a:latin typeface="Arial"/>
                <a:ea typeface="Arial"/>
                <a:cs typeface="Arial"/>
              </a:defRPr>
            </a:lvl2pPr>
            <a:lvl3pPr>
              <a:defRPr sz="1875" b="0">
                <a:solidFill>
                  <a:srgbClr val="132B40"/>
                </a:solidFill>
                <a:latin typeface="Arial"/>
                <a:ea typeface="Arial"/>
                <a:cs typeface="Arial"/>
              </a:defRPr>
            </a:lvl3pPr>
            <a:lvl4pPr>
              <a:defRPr sz="1875" b="0">
                <a:solidFill>
                  <a:srgbClr val="132B40"/>
                </a:solidFill>
                <a:latin typeface="Arial"/>
                <a:ea typeface="Arial"/>
                <a:cs typeface="Arial"/>
              </a:defRPr>
            </a:lvl4pPr>
            <a:lvl5pPr>
              <a:defRPr sz="1875" b="0">
                <a:solidFill>
                  <a:srgbClr val="132B40"/>
                </a:solidFill>
                <a:latin typeface="Arial"/>
                <a:ea typeface="Arial"/>
                <a:cs typeface="Arial"/>
              </a:defRPr>
            </a:lvl5pPr>
            <a:lvl6pPr>
              <a:defRPr sz="1875" b="0">
                <a:solidFill>
                  <a:srgbClr val="132B40"/>
                </a:solidFill>
                <a:latin typeface="Arial"/>
                <a:ea typeface="Arial"/>
                <a:cs typeface="Arial"/>
              </a:defRPr>
            </a:lvl6pPr>
            <a:lvl7pPr>
              <a:defRPr sz="1875" b="0">
                <a:solidFill>
                  <a:srgbClr val="132B40"/>
                </a:solidFill>
                <a:latin typeface="Arial"/>
                <a:ea typeface="Arial"/>
                <a:cs typeface="Arial"/>
              </a:defRPr>
            </a:lvl7pPr>
            <a:lvl8pPr>
              <a:defRPr sz="1875" b="0">
                <a:solidFill>
                  <a:srgbClr val="132B40"/>
                </a:solidFill>
                <a:latin typeface="Arial"/>
                <a:ea typeface="Arial"/>
                <a:cs typeface="Arial"/>
              </a:defRPr>
            </a:lvl8pPr>
            <a:lvl9pPr>
              <a:defRPr sz="1875" b="0">
                <a:solidFill>
                  <a:srgbClr val="132B40"/>
                </a:solidFill>
                <a:latin typeface="Arial"/>
                <a:ea typeface="Arial"/>
                <a:cs typeface="Arial"/>
              </a:defRPr>
            </a:lvl9pPr>
          </a:lstStyle>
          <a:p xmlns:a="http://schemas.openxmlformats.org/drawingml/2006/main">
            <a:pPr>
              <a:defRPr sz="1875" b="0">
                <a:solidFill>
                  <a:srgbClr val="132B40"/>
                </a:solidFill>
                <a:latin typeface="Arial"/>
                <a:ea typeface="Arial"/>
                <a:cs typeface="Arial"/>
              </a:defRPr>
            </a:pPr>
            <a:r>
              <a:rPr sz="1875" b="0">
                <a:solidFill>
                  <a:srgbClr val="132B40"/>
                </a:solidFill>
                <a:latin typeface="Arial"/>
                <a:ea typeface="Arial"/>
                <a:cs typeface="Arial"/>
              </a:rPr>
              <a:t>CV balanced accuracy; same model setting and folds.</a:t>
            </a:r>
          </a:p>
        </p:txBody>
      </p:sp>
    </p:spTree>
    <p:extLst>
      <p:ext uri="{BB962C8B-B14F-4D97-AF65-F5344CB8AC3E}">
        <p14:creationId xmlns:p14="http://schemas.microsoft.com/office/powerpoint/2010/main" val="984810689"/>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9BB1768-5876-44DF-8764-A5E804F42B09}"/>
              </a:ext>
            </a:extLst>
          </p:cNvPr>
          <p:cNvSpPr>
            <a:spLocks xmlns:a="http://schemas.openxmlformats.org/drawingml/2006/main" noGrp="1"/>
          </p:cNvSpPr>
          <p:nvPr/>
        </p:nvSpPr>
        <p:spPr>
          <a:xfrm xmlns:a="http://schemas.openxmlformats.org/drawingml/2006/main">
            <a:off x="609600" y="43815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32B40"/>
                </a:solidFill>
                <a:latin typeface="Arial"/>
                <a:ea typeface="Arial"/>
                <a:cs typeface="Arial"/>
              </a:defRPr>
            </a:defPPr>
            <a:lvl1pPr>
              <a:defRPr sz="3225" b="1">
                <a:solidFill>
                  <a:srgbClr val="132B40"/>
                </a:solidFill>
                <a:latin typeface="Arial"/>
                <a:ea typeface="Arial"/>
                <a:cs typeface="Arial"/>
              </a:defRPr>
            </a:lvl1pPr>
            <a:lvl2pPr>
              <a:defRPr sz="3225" b="1">
                <a:solidFill>
                  <a:srgbClr val="132B40"/>
                </a:solidFill>
                <a:latin typeface="Arial"/>
                <a:ea typeface="Arial"/>
                <a:cs typeface="Arial"/>
              </a:defRPr>
            </a:lvl2pPr>
            <a:lvl3pPr>
              <a:defRPr sz="3225" b="1">
                <a:solidFill>
                  <a:srgbClr val="132B40"/>
                </a:solidFill>
                <a:latin typeface="Arial"/>
                <a:ea typeface="Arial"/>
                <a:cs typeface="Arial"/>
              </a:defRPr>
            </a:lvl3pPr>
            <a:lvl4pPr>
              <a:defRPr sz="3225" b="1">
                <a:solidFill>
                  <a:srgbClr val="132B40"/>
                </a:solidFill>
                <a:latin typeface="Arial"/>
                <a:ea typeface="Arial"/>
                <a:cs typeface="Arial"/>
              </a:defRPr>
            </a:lvl4pPr>
            <a:lvl5pPr>
              <a:defRPr sz="3225" b="1">
                <a:solidFill>
                  <a:srgbClr val="132B40"/>
                </a:solidFill>
                <a:latin typeface="Arial"/>
                <a:ea typeface="Arial"/>
                <a:cs typeface="Arial"/>
              </a:defRPr>
            </a:lvl5pPr>
            <a:lvl6pPr>
              <a:defRPr sz="3225" b="1">
                <a:solidFill>
                  <a:srgbClr val="132B40"/>
                </a:solidFill>
                <a:latin typeface="Arial"/>
                <a:ea typeface="Arial"/>
                <a:cs typeface="Arial"/>
              </a:defRPr>
            </a:lvl6pPr>
            <a:lvl7pPr>
              <a:defRPr sz="3225" b="1">
                <a:solidFill>
                  <a:srgbClr val="132B40"/>
                </a:solidFill>
                <a:latin typeface="Arial"/>
                <a:ea typeface="Arial"/>
                <a:cs typeface="Arial"/>
              </a:defRPr>
            </a:lvl7pPr>
            <a:lvl8pPr>
              <a:defRPr sz="3225" b="1">
                <a:solidFill>
                  <a:srgbClr val="132B40"/>
                </a:solidFill>
                <a:latin typeface="Arial"/>
                <a:ea typeface="Arial"/>
                <a:cs typeface="Arial"/>
              </a:defRPr>
            </a:lvl8pPr>
            <a:lvl9pPr>
              <a:defRPr sz="3225" b="1">
                <a:solidFill>
                  <a:srgbClr val="132B40"/>
                </a:solidFill>
                <a:latin typeface="Arial"/>
                <a:ea typeface="Arial"/>
                <a:cs typeface="Arial"/>
              </a:defRPr>
            </a:lvl9pPr>
          </a:lstStyle>
          <a:p xmlns:a="http://schemas.openxmlformats.org/drawingml/2006/main">
            <a:pPr>
              <a:defRPr sz="3225" b="1">
                <a:solidFill>
                  <a:srgbClr val="132B40"/>
                </a:solidFill>
                <a:latin typeface="Arial"/>
                <a:ea typeface="Arial"/>
                <a:cs typeface="Arial"/>
              </a:defRPr>
            </a:pPr>
            <a:r>
              <a:rPr sz="3225" b="1">
                <a:solidFill>
                  <a:srgbClr val="132B40"/>
                </a:solidFill>
                <a:latin typeface="Arial"/>
                <a:ea typeface="Arial"/>
                <a:cs typeface="Arial"/>
              </a:rPr>
              <a:t>Uncertainty &amp; current limitations</a:t>
            </a:r>
          </a:p>
        </p:txBody>
      </p:sp>
      <p:sp>
        <p:nvSpPr>
          <p:cNvPr id="2" name="">
            <a:extLst xmlns:a="http://schemas.openxmlformats.org/drawingml/2006/main">
              <a:ext uri="{FF2B5EF4-FFF2-40B4-BE49-F238E27FC236}">
                <a16:creationId xmlns:a16="http://schemas.microsoft.com/office/drawing/2014/main" id="{382EEB62-1313-43B4-AA20-5174F7AA806B}"/>
              </a:ext>
            </a:extLst>
          </p:cNvPr>
          <p:cNvSpPr>
            <a:spLocks xmlns:a="http://schemas.openxmlformats.org/drawingml/2006/main" noGrp="1"/>
          </p:cNvSpPr>
          <p:nvPr/>
        </p:nvSpPr>
        <p:spPr>
          <a:xfrm xmlns:a="http://schemas.openxmlformats.org/drawingml/2006/main">
            <a:off x="11144250" y="6353175"/>
            <a:ext cx="523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4C6070"/>
                </a:solidFill>
                <a:latin typeface="Arial"/>
                <a:ea typeface="Arial"/>
                <a:cs typeface="Arial"/>
              </a:defRPr>
            </a:defPPr>
            <a:lvl1pPr>
              <a:defRPr sz="1275" b="0">
                <a:solidFill>
                  <a:srgbClr val="4C6070"/>
                </a:solidFill>
                <a:latin typeface="Arial"/>
                <a:ea typeface="Arial"/>
                <a:cs typeface="Arial"/>
              </a:defRPr>
            </a:lvl1pPr>
            <a:lvl2pPr>
              <a:defRPr sz="1275" b="0">
                <a:solidFill>
                  <a:srgbClr val="4C6070"/>
                </a:solidFill>
                <a:latin typeface="Arial"/>
                <a:ea typeface="Arial"/>
                <a:cs typeface="Arial"/>
              </a:defRPr>
            </a:lvl2pPr>
            <a:lvl3pPr>
              <a:defRPr sz="1275" b="0">
                <a:solidFill>
                  <a:srgbClr val="4C6070"/>
                </a:solidFill>
                <a:latin typeface="Arial"/>
                <a:ea typeface="Arial"/>
                <a:cs typeface="Arial"/>
              </a:defRPr>
            </a:lvl3pPr>
            <a:lvl4pPr>
              <a:defRPr sz="1275" b="0">
                <a:solidFill>
                  <a:srgbClr val="4C6070"/>
                </a:solidFill>
                <a:latin typeface="Arial"/>
                <a:ea typeface="Arial"/>
                <a:cs typeface="Arial"/>
              </a:defRPr>
            </a:lvl4pPr>
            <a:lvl5pPr>
              <a:defRPr sz="1275" b="0">
                <a:solidFill>
                  <a:srgbClr val="4C6070"/>
                </a:solidFill>
                <a:latin typeface="Arial"/>
                <a:ea typeface="Arial"/>
                <a:cs typeface="Arial"/>
              </a:defRPr>
            </a:lvl5pPr>
            <a:lvl6pPr>
              <a:defRPr sz="1275" b="0">
                <a:solidFill>
                  <a:srgbClr val="4C6070"/>
                </a:solidFill>
                <a:latin typeface="Arial"/>
                <a:ea typeface="Arial"/>
                <a:cs typeface="Arial"/>
              </a:defRPr>
            </a:lvl6pPr>
            <a:lvl7pPr>
              <a:defRPr sz="1275" b="0">
                <a:solidFill>
                  <a:srgbClr val="4C6070"/>
                </a:solidFill>
                <a:latin typeface="Arial"/>
                <a:ea typeface="Arial"/>
                <a:cs typeface="Arial"/>
              </a:defRPr>
            </a:lvl7pPr>
            <a:lvl8pPr>
              <a:defRPr sz="1275" b="0">
                <a:solidFill>
                  <a:srgbClr val="4C6070"/>
                </a:solidFill>
                <a:latin typeface="Arial"/>
                <a:ea typeface="Arial"/>
                <a:cs typeface="Arial"/>
              </a:defRPr>
            </a:lvl8pPr>
            <a:lvl9pPr>
              <a:defRPr sz="1275" b="0">
                <a:solidFill>
                  <a:srgbClr val="4C6070"/>
                </a:solidFill>
                <a:latin typeface="Arial"/>
                <a:ea typeface="Arial"/>
                <a:cs typeface="Arial"/>
              </a:defRPr>
            </a:lvl9pPr>
          </a:lstStyle>
          <a:p xmlns:a="http://schemas.openxmlformats.org/drawingml/2006/main">
            <a:pPr>
              <a:defRPr sz="1275" b="0">
                <a:solidFill>
                  <a:srgbClr val="4C6070"/>
                </a:solidFill>
                <a:latin typeface="Arial"/>
                <a:ea typeface="Arial"/>
                <a:cs typeface="Arial"/>
              </a:defRPr>
            </a:pPr>
            <a:r>
              <a:rPr sz="1275" b="0">
                <a:solidFill>
                  <a:srgbClr val="4C6070"/>
                </a:solidFill>
                <a:latin typeface="Arial"/>
                <a:ea typeface="Arial"/>
                <a:cs typeface="Arial"/>
              </a:rPr>
              <a:t>16</a:t>
            </a:r>
          </a:p>
        </p:txBody>
      </p:sp>
      <p:sp>
        <p:nvSpPr>
          <p:cNvPr id="3" name="">
            <a:extLst xmlns:a="http://schemas.openxmlformats.org/drawingml/2006/main">
              <a:ext uri="{FF2B5EF4-FFF2-40B4-BE49-F238E27FC236}">
                <a16:creationId xmlns:a16="http://schemas.microsoft.com/office/drawing/2014/main" id="{2E10F823-E71C-4AA9-ADC8-EE4EA496B8D6}"/>
              </a:ext>
            </a:extLst>
          </p:cNvPr>
          <p:cNvSpPr>
            <a:spLocks xmlns:a="http://schemas.openxmlformats.org/drawingml/2006/main" noGrp="1"/>
          </p:cNvSpPr>
          <p:nvPr/>
        </p:nvSpPr>
        <p:spPr>
          <a:xfrm xmlns:a="http://schemas.openxmlformats.org/drawingml/2006/main">
            <a:off x="685800" y="1476375"/>
            <a:ext cx="104775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32B40"/>
                </a:solidFill>
                <a:latin typeface="Arial"/>
                <a:ea typeface="Arial"/>
                <a:cs typeface="Arial"/>
              </a:defRPr>
            </a:defPPr>
            <a:lvl1pPr>
              <a:defRPr sz="2100" b="0">
                <a:solidFill>
                  <a:srgbClr val="132B40"/>
                </a:solidFill>
                <a:latin typeface="Arial"/>
                <a:ea typeface="Arial"/>
                <a:cs typeface="Arial"/>
              </a:defRPr>
            </a:lvl1pPr>
            <a:lvl2pPr>
              <a:defRPr sz="2100" b="0">
                <a:solidFill>
                  <a:srgbClr val="132B40"/>
                </a:solidFill>
                <a:latin typeface="Arial"/>
                <a:ea typeface="Arial"/>
                <a:cs typeface="Arial"/>
              </a:defRPr>
            </a:lvl2pPr>
            <a:lvl3pPr>
              <a:defRPr sz="2100" b="0">
                <a:solidFill>
                  <a:srgbClr val="132B40"/>
                </a:solidFill>
                <a:latin typeface="Arial"/>
                <a:ea typeface="Arial"/>
                <a:cs typeface="Arial"/>
              </a:defRPr>
            </a:lvl3pPr>
            <a:lvl4pPr>
              <a:defRPr sz="2100" b="0">
                <a:solidFill>
                  <a:srgbClr val="132B40"/>
                </a:solidFill>
                <a:latin typeface="Arial"/>
                <a:ea typeface="Arial"/>
                <a:cs typeface="Arial"/>
              </a:defRPr>
            </a:lvl4pPr>
            <a:lvl5pPr>
              <a:defRPr sz="2100" b="0">
                <a:solidFill>
                  <a:srgbClr val="132B40"/>
                </a:solidFill>
                <a:latin typeface="Arial"/>
                <a:ea typeface="Arial"/>
                <a:cs typeface="Arial"/>
              </a:defRPr>
            </a:lvl5pPr>
            <a:lvl6pPr>
              <a:defRPr sz="2100" b="0">
                <a:solidFill>
                  <a:srgbClr val="132B40"/>
                </a:solidFill>
                <a:latin typeface="Arial"/>
                <a:ea typeface="Arial"/>
                <a:cs typeface="Arial"/>
              </a:defRPr>
            </a:lvl6pPr>
            <a:lvl7pPr>
              <a:defRPr sz="2100" b="0">
                <a:solidFill>
                  <a:srgbClr val="132B40"/>
                </a:solidFill>
                <a:latin typeface="Arial"/>
                <a:ea typeface="Arial"/>
                <a:cs typeface="Arial"/>
              </a:defRPr>
            </a:lvl7pPr>
            <a:lvl8pPr>
              <a:defRPr sz="2100" b="0">
                <a:solidFill>
                  <a:srgbClr val="132B40"/>
                </a:solidFill>
                <a:latin typeface="Arial"/>
                <a:ea typeface="Arial"/>
                <a:cs typeface="Arial"/>
              </a:defRPr>
            </a:lvl8pPr>
            <a:lvl9pPr>
              <a:defRPr sz="2100" b="0">
                <a:solidFill>
                  <a:srgbClr val="132B40"/>
                </a:solidFill>
                <a:latin typeface="Arial"/>
                <a:ea typeface="Arial"/>
                <a:cs typeface="Arial"/>
              </a:defRPr>
            </a:lvl9pPr>
          </a:lstStyle>
          <a:p xmlns:a="http://schemas.openxmlformats.org/drawingml/2006/main">
            <a:pPr>
              <a:defRPr sz="2100" b="0">
                <a:solidFill>
                  <a:srgbClr val="132B40"/>
                </a:solidFill>
                <a:latin typeface="Arial"/>
                <a:ea typeface="Arial"/>
                <a:cs typeface="Arial"/>
              </a:defRPr>
            </a:pPr>
            <a:r>
              <a:rPr sz="2100" b="0">
                <a:solidFill>
                  <a:srgbClr val="132B40"/>
                </a:solidFill>
                <a:latin typeface="Arial"/>
                <a:ea typeface="Arial"/>
                <a:cs typeface="Arial"/>
              </a:rPr>
              <a:t>Test balanced accuracy 95% interval: 75.71%–82.39%.</a:t>
            </a:r>
          </a:p>
        </p:txBody>
      </p:sp>
      <p:sp>
        <p:nvSpPr>
          <p:cNvPr id="4" name="">
            <a:extLst xmlns:a="http://schemas.openxmlformats.org/drawingml/2006/main">
              <a:ext uri="{FF2B5EF4-FFF2-40B4-BE49-F238E27FC236}">
                <a16:creationId xmlns:a16="http://schemas.microsoft.com/office/drawing/2014/main" id="{A07A31AA-E216-46C8-85B4-D5F226C36A22}"/>
              </a:ext>
            </a:extLst>
          </p:cNvPr>
          <p:cNvSpPr>
            <a:spLocks xmlns:a="http://schemas.openxmlformats.org/drawingml/2006/main" noGrp="1"/>
          </p:cNvSpPr>
          <p:nvPr/>
        </p:nvSpPr>
        <p:spPr>
          <a:xfrm xmlns:a="http://schemas.openxmlformats.org/drawingml/2006/main">
            <a:off x="685800" y="2409825"/>
            <a:ext cx="104775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32B40"/>
                </a:solidFill>
                <a:latin typeface="Arial"/>
                <a:ea typeface="Arial"/>
                <a:cs typeface="Arial"/>
              </a:defRPr>
            </a:defPPr>
            <a:lvl1pPr>
              <a:defRPr sz="2100" b="0">
                <a:solidFill>
                  <a:srgbClr val="132B40"/>
                </a:solidFill>
                <a:latin typeface="Arial"/>
                <a:ea typeface="Arial"/>
                <a:cs typeface="Arial"/>
              </a:defRPr>
            </a:lvl1pPr>
            <a:lvl2pPr>
              <a:defRPr sz="2100" b="0">
                <a:solidFill>
                  <a:srgbClr val="132B40"/>
                </a:solidFill>
                <a:latin typeface="Arial"/>
                <a:ea typeface="Arial"/>
                <a:cs typeface="Arial"/>
              </a:defRPr>
            </a:lvl2pPr>
            <a:lvl3pPr>
              <a:defRPr sz="2100" b="0">
                <a:solidFill>
                  <a:srgbClr val="132B40"/>
                </a:solidFill>
                <a:latin typeface="Arial"/>
                <a:ea typeface="Arial"/>
                <a:cs typeface="Arial"/>
              </a:defRPr>
            </a:lvl3pPr>
            <a:lvl4pPr>
              <a:defRPr sz="2100" b="0">
                <a:solidFill>
                  <a:srgbClr val="132B40"/>
                </a:solidFill>
                <a:latin typeface="Arial"/>
                <a:ea typeface="Arial"/>
                <a:cs typeface="Arial"/>
              </a:defRPr>
            </a:lvl4pPr>
            <a:lvl5pPr>
              <a:defRPr sz="2100" b="0">
                <a:solidFill>
                  <a:srgbClr val="132B40"/>
                </a:solidFill>
                <a:latin typeface="Arial"/>
                <a:ea typeface="Arial"/>
                <a:cs typeface="Arial"/>
              </a:defRPr>
            </a:lvl5pPr>
            <a:lvl6pPr>
              <a:defRPr sz="2100" b="0">
                <a:solidFill>
                  <a:srgbClr val="132B40"/>
                </a:solidFill>
                <a:latin typeface="Arial"/>
                <a:ea typeface="Arial"/>
                <a:cs typeface="Arial"/>
              </a:defRPr>
            </a:lvl6pPr>
            <a:lvl7pPr>
              <a:defRPr sz="2100" b="0">
                <a:solidFill>
                  <a:srgbClr val="132B40"/>
                </a:solidFill>
                <a:latin typeface="Arial"/>
                <a:ea typeface="Arial"/>
                <a:cs typeface="Arial"/>
              </a:defRPr>
            </a:lvl7pPr>
            <a:lvl8pPr>
              <a:defRPr sz="2100" b="0">
                <a:solidFill>
                  <a:srgbClr val="132B40"/>
                </a:solidFill>
                <a:latin typeface="Arial"/>
                <a:ea typeface="Arial"/>
                <a:cs typeface="Arial"/>
              </a:defRPr>
            </a:lvl8pPr>
            <a:lvl9pPr>
              <a:defRPr sz="2100" b="0">
                <a:solidFill>
                  <a:srgbClr val="132B40"/>
                </a:solidFill>
                <a:latin typeface="Arial"/>
                <a:ea typeface="Arial"/>
                <a:cs typeface="Arial"/>
              </a:defRPr>
            </a:lvl9pPr>
          </a:lstStyle>
          <a:p xmlns:a="http://schemas.openxmlformats.org/drawingml/2006/main">
            <a:pPr>
              <a:defRPr sz="2100" b="0">
                <a:solidFill>
                  <a:srgbClr val="132B40"/>
                </a:solidFill>
                <a:latin typeface="Arial"/>
                <a:ea typeface="Arial"/>
                <a:cs typeface="Arial"/>
              </a:defRPr>
            </a:pPr>
            <a:r>
              <a:rPr sz="2100" b="0">
                <a:solidFill>
                  <a:srgbClr val="132B40"/>
                </a:solidFill>
                <a:latin typeface="Arial"/>
                <a:ea typeface="Arial"/>
                <a:cs typeface="Arial"/>
              </a:rPr>
              <a:t>Test recall 95% interval: 94.67%–98.26%.</a:t>
            </a:r>
          </a:p>
        </p:txBody>
      </p:sp>
      <p:sp>
        <p:nvSpPr>
          <p:cNvPr id="5" name="">
            <a:extLst xmlns:a="http://schemas.openxmlformats.org/drawingml/2006/main">
              <a:ext uri="{FF2B5EF4-FFF2-40B4-BE49-F238E27FC236}">
                <a16:creationId xmlns:a16="http://schemas.microsoft.com/office/drawing/2014/main" id="{7FCA380C-3330-42B9-AFB6-ED7E6C424125}"/>
              </a:ext>
            </a:extLst>
          </p:cNvPr>
          <p:cNvSpPr>
            <a:spLocks xmlns:a="http://schemas.openxmlformats.org/drawingml/2006/main" noGrp="1"/>
          </p:cNvSpPr>
          <p:nvPr/>
        </p:nvSpPr>
        <p:spPr>
          <a:xfrm xmlns:a="http://schemas.openxmlformats.org/drawingml/2006/main">
            <a:off x="685800" y="3343275"/>
            <a:ext cx="104775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32B40"/>
                </a:solidFill>
                <a:latin typeface="Arial"/>
                <a:ea typeface="Arial"/>
                <a:cs typeface="Arial"/>
              </a:defRPr>
            </a:defPPr>
            <a:lvl1pPr>
              <a:defRPr sz="2100" b="0">
                <a:solidFill>
                  <a:srgbClr val="132B40"/>
                </a:solidFill>
                <a:latin typeface="Arial"/>
                <a:ea typeface="Arial"/>
                <a:cs typeface="Arial"/>
              </a:defRPr>
            </a:lvl1pPr>
            <a:lvl2pPr>
              <a:defRPr sz="2100" b="0">
                <a:solidFill>
                  <a:srgbClr val="132B40"/>
                </a:solidFill>
                <a:latin typeface="Arial"/>
                <a:ea typeface="Arial"/>
                <a:cs typeface="Arial"/>
              </a:defRPr>
            </a:lvl2pPr>
            <a:lvl3pPr>
              <a:defRPr sz="2100" b="0">
                <a:solidFill>
                  <a:srgbClr val="132B40"/>
                </a:solidFill>
                <a:latin typeface="Arial"/>
                <a:ea typeface="Arial"/>
                <a:cs typeface="Arial"/>
              </a:defRPr>
            </a:lvl3pPr>
            <a:lvl4pPr>
              <a:defRPr sz="2100" b="0">
                <a:solidFill>
                  <a:srgbClr val="132B40"/>
                </a:solidFill>
                <a:latin typeface="Arial"/>
                <a:ea typeface="Arial"/>
                <a:cs typeface="Arial"/>
              </a:defRPr>
            </a:lvl4pPr>
            <a:lvl5pPr>
              <a:defRPr sz="2100" b="0">
                <a:solidFill>
                  <a:srgbClr val="132B40"/>
                </a:solidFill>
                <a:latin typeface="Arial"/>
                <a:ea typeface="Arial"/>
                <a:cs typeface="Arial"/>
              </a:defRPr>
            </a:lvl5pPr>
            <a:lvl6pPr>
              <a:defRPr sz="2100" b="0">
                <a:solidFill>
                  <a:srgbClr val="132B40"/>
                </a:solidFill>
                <a:latin typeface="Arial"/>
                <a:ea typeface="Arial"/>
                <a:cs typeface="Arial"/>
              </a:defRPr>
            </a:lvl6pPr>
            <a:lvl7pPr>
              <a:defRPr sz="2100" b="0">
                <a:solidFill>
                  <a:srgbClr val="132B40"/>
                </a:solidFill>
                <a:latin typeface="Arial"/>
                <a:ea typeface="Arial"/>
                <a:cs typeface="Arial"/>
              </a:defRPr>
            </a:lvl7pPr>
            <a:lvl8pPr>
              <a:defRPr sz="2100" b="0">
                <a:solidFill>
                  <a:srgbClr val="132B40"/>
                </a:solidFill>
                <a:latin typeface="Arial"/>
                <a:ea typeface="Arial"/>
                <a:cs typeface="Arial"/>
              </a:defRPr>
            </a:lvl8pPr>
            <a:lvl9pPr>
              <a:defRPr sz="2100" b="0">
                <a:solidFill>
                  <a:srgbClr val="132B40"/>
                </a:solidFill>
                <a:latin typeface="Arial"/>
                <a:ea typeface="Arial"/>
                <a:cs typeface="Arial"/>
              </a:defRPr>
            </a:lvl9pPr>
          </a:lstStyle>
          <a:p xmlns:a="http://schemas.openxmlformats.org/drawingml/2006/main">
            <a:pPr>
              <a:defRPr sz="2100" b="0">
                <a:solidFill>
                  <a:srgbClr val="132B40"/>
                </a:solidFill>
                <a:latin typeface="Arial"/>
                <a:ea typeface="Arial"/>
                <a:cs typeface="Arial"/>
              </a:defRPr>
            </a:pPr>
            <a:r>
              <a:rPr sz="2100" b="0">
                <a:solidFill>
                  <a:srgbClr val="132B40"/>
                </a:solidFill>
                <a:latin typeface="Arial"/>
                <a:ea typeface="Arial"/>
                <a:cs typeface="Arial"/>
              </a:rPr>
              <a:t>No verified patient identifiers or external-hospital evaluation.</a:t>
            </a:r>
          </a:p>
        </p:txBody>
      </p:sp>
      <p:sp>
        <p:nvSpPr>
          <p:cNvPr id="6" name="">
            <a:extLst xmlns:a="http://schemas.openxmlformats.org/drawingml/2006/main">
              <a:ext uri="{FF2B5EF4-FFF2-40B4-BE49-F238E27FC236}">
                <a16:creationId xmlns:a16="http://schemas.microsoft.com/office/drawing/2014/main" id="{25277729-6AB4-4DEE-B9EA-3740CC0B837E}"/>
              </a:ext>
            </a:extLst>
          </p:cNvPr>
          <p:cNvSpPr>
            <a:spLocks xmlns:a="http://schemas.openxmlformats.org/drawingml/2006/main" noGrp="1"/>
          </p:cNvSpPr>
          <p:nvPr/>
        </p:nvSpPr>
        <p:spPr>
          <a:xfrm xmlns:a="http://schemas.openxmlformats.org/drawingml/2006/main">
            <a:off x="685800" y="4276725"/>
            <a:ext cx="104775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32B40"/>
                </a:solidFill>
                <a:latin typeface="Arial"/>
                <a:ea typeface="Arial"/>
                <a:cs typeface="Arial"/>
              </a:defRPr>
            </a:defPPr>
            <a:lvl1pPr>
              <a:defRPr sz="2100" b="0">
                <a:solidFill>
                  <a:srgbClr val="132B40"/>
                </a:solidFill>
                <a:latin typeface="Arial"/>
                <a:ea typeface="Arial"/>
                <a:cs typeface="Arial"/>
              </a:defRPr>
            </a:lvl1pPr>
            <a:lvl2pPr>
              <a:defRPr sz="2100" b="0">
                <a:solidFill>
                  <a:srgbClr val="132B40"/>
                </a:solidFill>
                <a:latin typeface="Arial"/>
                <a:ea typeface="Arial"/>
                <a:cs typeface="Arial"/>
              </a:defRPr>
            </a:lvl2pPr>
            <a:lvl3pPr>
              <a:defRPr sz="2100" b="0">
                <a:solidFill>
                  <a:srgbClr val="132B40"/>
                </a:solidFill>
                <a:latin typeface="Arial"/>
                <a:ea typeface="Arial"/>
                <a:cs typeface="Arial"/>
              </a:defRPr>
            </a:lvl3pPr>
            <a:lvl4pPr>
              <a:defRPr sz="2100" b="0">
                <a:solidFill>
                  <a:srgbClr val="132B40"/>
                </a:solidFill>
                <a:latin typeface="Arial"/>
                <a:ea typeface="Arial"/>
                <a:cs typeface="Arial"/>
              </a:defRPr>
            </a:lvl4pPr>
            <a:lvl5pPr>
              <a:defRPr sz="2100" b="0">
                <a:solidFill>
                  <a:srgbClr val="132B40"/>
                </a:solidFill>
                <a:latin typeface="Arial"/>
                <a:ea typeface="Arial"/>
                <a:cs typeface="Arial"/>
              </a:defRPr>
            </a:lvl5pPr>
            <a:lvl6pPr>
              <a:defRPr sz="2100" b="0">
                <a:solidFill>
                  <a:srgbClr val="132B40"/>
                </a:solidFill>
                <a:latin typeface="Arial"/>
                <a:ea typeface="Arial"/>
                <a:cs typeface="Arial"/>
              </a:defRPr>
            </a:lvl6pPr>
            <a:lvl7pPr>
              <a:defRPr sz="2100" b="0">
                <a:solidFill>
                  <a:srgbClr val="132B40"/>
                </a:solidFill>
                <a:latin typeface="Arial"/>
                <a:ea typeface="Arial"/>
                <a:cs typeface="Arial"/>
              </a:defRPr>
            </a:lvl7pPr>
            <a:lvl8pPr>
              <a:defRPr sz="2100" b="0">
                <a:solidFill>
                  <a:srgbClr val="132B40"/>
                </a:solidFill>
                <a:latin typeface="Arial"/>
                <a:ea typeface="Arial"/>
                <a:cs typeface="Arial"/>
              </a:defRPr>
            </a:lvl8pPr>
            <a:lvl9pPr>
              <a:defRPr sz="2100" b="0">
                <a:solidFill>
                  <a:srgbClr val="132B40"/>
                </a:solidFill>
                <a:latin typeface="Arial"/>
                <a:ea typeface="Arial"/>
                <a:cs typeface="Arial"/>
              </a:defRPr>
            </a:lvl9pPr>
          </a:lstStyle>
          <a:p xmlns:a="http://schemas.openxmlformats.org/drawingml/2006/main">
            <a:pPr>
              <a:defRPr sz="2100" b="0">
                <a:solidFill>
                  <a:srgbClr val="132B40"/>
                </a:solidFill>
                <a:latin typeface="Arial"/>
                <a:ea typeface="Arial"/>
                <a:cs typeface="Arial"/>
              </a:defRPr>
            </a:pPr>
            <a:r>
              <a:rPr sz="2100" b="0">
                <a:solidFill>
                  <a:srgbClr val="132B40"/>
                </a:solidFill>
                <a:latin typeface="Arial"/>
                <a:ea typeface="Arial"/>
                <a:cs typeface="Arial"/>
              </a:rPr>
              <a:t>Image acquisition, padding and coarse features may create shortcuts.</a:t>
            </a:r>
          </a:p>
        </p:txBody>
      </p:sp>
      <p:sp>
        <p:nvSpPr>
          <p:cNvPr id="7" name="">
            <a:extLst xmlns:a="http://schemas.openxmlformats.org/drawingml/2006/main">
              <a:ext uri="{FF2B5EF4-FFF2-40B4-BE49-F238E27FC236}">
                <a16:creationId xmlns:a16="http://schemas.microsoft.com/office/drawing/2014/main" id="{BE2552B5-AE96-4117-A6AC-94A9E5E6F6B9}"/>
              </a:ext>
            </a:extLst>
          </p:cNvPr>
          <p:cNvSpPr>
            <a:spLocks xmlns:a="http://schemas.openxmlformats.org/drawingml/2006/main" noGrp="1"/>
          </p:cNvSpPr>
          <p:nvPr/>
        </p:nvSpPr>
        <p:spPr>
          <a:xfrm xmlns:a="http://schemas.openxmlformats.org/drawingml/2006/main">
            <a:off x="685800" y="5524500"/>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087F8C"/>
                </a:solidFill>
                <a:latin typeface="Arial"/>
                <a:ea typeface="Arial"/>
                <a:cs typeface="Arial"/>
              </a:defRPr>
            </a:defPPr>
            <a:lvl1pPr>
              <a:defRPr sz="1800" b="1">
                <a:solidFill>
                  <a:srgbClr val="087F8C"/>
                </a:solidFill>
                <a:latin typeface="Arial"/>
                <a:ea typeface="Arial"/>
                <a:cs typeface="Arial"/>
              </a:defRPr>
            </a:lvl1pPr>
            <a:lvl2pPr>
              <a:defRPr sz="1800" b="1">
                <a:solidFill>
                  <a:srgbClr val="087F8C"/>
                </a:solidFill>
                <a:latin typeface="Arial"/>
                <a:ea typeface="Arial"/>
                <a:cs typeface="Arial"/>
              </a:defRPr>
            </a:lvl2pPr>
            <a:lvl3pPr>
              <a:defRPr sz="1800" b="1">
                <a:solidFill>
                  <a:srgbClr val="087F8C"/>
                </a:solidFill>
                <a:latin typeface="Arial"/>
                <a:ea typeface="Arial"/>
                <a:cs typeface="Arial"/>
              </a:defRPr>
            </a:lvl3pPr>
            <a:lvl4pPr>
              <a:defRPr sz="1800" b="1">
                <a:solidFill>
                  <a:srgbClr val="087F8C"/>
                </a:solidFill>
                <a:latin typeface="Arial"/>
                <a:ea typeface="Arial"/>
                <a:cs typeface="Arial"/>
              </a:defRPr>
            </a:lvl4pPr>
            <a:lvl5pPr>
              <a:defRPr sz="1800" b="1">
                <a:solidFill>
                  <a:srgbClr val="087F8C"/>
                </a:solidFill>
                <a:latin typeface="Arial"/>
                <a:ea typeface="Arial"/>
                <a:cs typeface="Arial"/>
              </a:defRPr>
            </a:lvl5pPr>
            <a:lvl6pPr>
              <a:defRPr sz="1800" b="1">
                <a:solidFill>
                  <a:srgbClr val="087F8C"/>
                </a:solidFill>
                <a:latin typeface="Arial"/>
                <a:ea typeface="Arial"/>
                <a:cs typeface="Arial"/>
              </a:defRPr>
            </a:lvl6pPr>
            <a:lvl7pPr>
              <a:defRPr sz="1800" b="1">
                <a:solidFill>
                  <a:srgbClr val="087F8C"/>
                </a:solidFill>
                <a:latin typeface="Arial"/>
                <a:ea typeface="Arial"/>
                <a:cs typeface="Arial"/>
              </a:defRPr>
            </a:lvl7pPr>
            <a:lvl8pPr>
              <a:defRPr sz="1800" b="1">
                <a:solidFill>
                  <a:srgbClr val="087F8C"/>
                </a:solidFill>
                <a:latin typeface="Arial"/>
                <a:ea typeface="Arial"/>
                <a:cs typeface="Arial"/>
              </a:defRPr>
            </a:lvl8pPr>
            <a:lvl9pPr>
              <a:defRPr sz="1800" b="1">
                <a:solidFill>
                  <a:srgbClr val="087F8C"/>
                </a:solidFill>
                <a:latin typeface="Arial"/>
                <a:ea typeface="Arial"/>
                <a:cs typeface="Arial"/>
              </a:defRPr>
            </a:lvl9pPr>
          </a:lstStyle>
          <a:p xmlns:a="http://schemas.openxmlformats.org/drawingml/2006/main">
            <a:pPr>
              <a:defRPr sz="1800" b="1">
                <a:solidFill>
                  <a:srgbClr val="087F8C"/>
                </a:solidFill>
                <a:latin typeface="Arial"/>
                <a:ea typeface="Arial"/>
                <a:cs typeface="Arial"/>
              </a:defRPr>
            </a:pPr>
            <a:r>
              <a:rPr sz="1800" b="1">
                <a:solidFill>
                  <a:srgbClr val="087F8C"/>
                </a:solidFill>
                <a:latin typeface="Arial"/>
                <a:ea typeface="Arial"/>
                <a:cs typeface="Arial"/>
              </a:rPr>
              <a:t>Educational benchmark only; no clinical deployment claim.</a:t>
            </a:r>
          </a:p>
        </p:txBody>
      </p:sp>
    </p:spTree>
    <p:extLst>
      <p:ext uri="{BB962C8B-B14F-4D97-AF65-F5344CB8AC3E}">
        <p14:creationId xmlns:p14="http://schemas.microsoft.com/office/powerpoint/2010/main" val="1503079703"/>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094B774-D182-46F4-997C-6BBAC6F37522}"/>
              </a:ext>
            </a:extLst>
          </p:cNvPr>
          <p:cNvSpPr>
            <a:spLocks xmlns:a="http://schemas.openxmlformats.org/drawingml/2006/main" noGrp="1"/>
          </p:cNvSpPr>
          <p:nvPr/>
        </p:nvSpPr>
        <p:spPr>
          <a:xfrm xmlns:a="http://schemas.openxmlformats.org/drawingml/2006/main">
            <a:off x="609600" y="43815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32B40"/>
                </a:solidFill>
                <a:latin typeface="Arial"/>
                <a:ea typeface="Arial"/>
                <a:cs typeface="Arial"/>
              </a:defRPr>
            </a:defPPr>
            <a:lvl1pPr>
              <a:defRPr sz="3225" b="1">
                <a:solidFill>
                  <a:srgbClr val="132B40"/>
                </a:solidFill>
                <a:latin typeface="Arial"/>
                <a:ea typeface="Arial"/>
                <a:cs typeface="Arial"/>
              </a:defRPr>
            </a:lvl1pPr>
            <a:lvl2pPr>
              <a:defRPr sz="3225" b="1">
                <a:solidFill>
                  <a:srgbClr val="132B40"/>
                </a:solidFill>
                <a:latin typeface="Arial"/>
                <a:ea typeface="Arial"/>
                <a:cs typeface="Arial"/>
              </a:defRPr>
            </a:lvl2pPr>
            <a:lvl3pPr>
              <a:defRPr sz="3225" b="1">
                <a:solidFill>
                  <a:srgbClr val="132B40"/>
                </a:solidFill>
                <a:latin typeface="Arial"/>
                <a:ea typeface="Arial"/>
                <a:cs typeface="Arial"/>
              </a:defRPr>
            </a:lvl3pPr>
            <a:lvl4pPr>
              <a:defRPr sz="3225" b="1">
                <a:solidFill>
                  <a:srgbClr val="132B40"/>
                </a:solidFill>
                <a:latin typeface="Arial"/>
                <a:ea typeface="Arial"/>
                <a:cs typeface="Arial"/>
              </a:defRPr>
            </a:lvl4pPr>
            <a:lvl5pPr>
              <a:defRPr sz="3225" b="1">
                <a:solidFill>
                  <a:srgbClr val="132B40"/>
                </a:solidFill>
                <a:latin typeface="Arial"/>
                <a:ea typeface="Arial"/>
                <a:cs typeface="Arial"/>
              </a:defRPr>
            </a:lvl5pPr>
            <a:lvl6pPr>
              <a:defRPr sz="3225" b="1">
                <a:solidFill>
                  <a:srgbClr val="132B40"/>
                </a:solidFill>
                <a:latin typeface="Arial"/>
                <a:ea typeface="Arial"/>
                <a:cs typeface="Arial"/>
              </a:defRPr>
            </a:lvl6pPr>
            <a:lvl7pPr>
              <a:defRPr sz="3225" b="1">
                <a:solidFill>
                  <a:srgbClr val="132B40"/>
                </a:solidFill>
                <a:latin typeface="Arial"/>
                <a:ea typeface="Arial"/>
                <a:cs typeface="Arial"/>
              </a:defRPr>
            </a:lvl7pPr>
            <a:lvl8pPr>
              <a:defRPr sz="3225" b="1">
                <a:solidFill>
                  <a:srgbClr val="132B40"/>
                </a:solidFill>
                <a:latin typeface="Arial"/>
                <a:ea typeface="Arial"/>
                <a:cs typeface="Arial"/>
              </a:defRPr>
            </a:lvl8pPr>
            <a:lvl9pPr>
              <a:defRPr sz="3225" b="1">
                <a:solidFill>
                  <a:srgbClr val="132B40"/>
                </a:solidFill>
                <a:latin typeface="Arial"/>
                <a:ea typeface="Arial"/>
                <a:cs typeface="Arial"/>
              </a:defRPr>
            </a:lvl9pPr>
          </a:lstStyle>
          <a:p xmlns:a="http://schemas.openxmlformats.org/drawingml/2006/main">
            <a:pPr>
              <a:defRPr sz="3225" b="1">
                <a:solidFill>
                  <a:srgbClr val="132B40"/>
                </a:solidFill>
                <a:latin typeface="Arial"/>
                <a:ea typeface="Arial"/>
                <a:cs typeface="Arial"/>
              </a:defRPr>
            </a:pPr>
            <a:r>
              <a:rPr sz="3225" b="1">
                <a:solidFill>
                  <a:srgbClr val="132B40"/>
                </a:solidFill>
                <a:latin typeface="Arial"/>
                <a:ea typeface="Arial"/>
                <a:cs typeface="Arial"/>
              </a:rPr>
              <a:t>Reproducibility &amp; next steps</a:t>
            </a:r>
          </a:p>
        </p:txBody>
      </p:sp>
      <p:sp>
        <p:nvSpPr>
          <p:cNvPr id="2" name="">
            <a:extLst xmlns:a="http://schemas.openxmlformats.org/drawingml/2006/main">
              <a:ext uri="{FF2B5EF4-FFF2-40B4-BE49-F238E27FC236}">
                <a16:creationId xmlns:a16="http://schemas.microsoft.com/office/drawing/2014/main" id="{E26F6ED2-B578-4CD3-875A-8D3B9802CB5C}"/>
              </a:ext>
            </a:extLst>
          </p:cNvPr>
          <p:cNvSpPr>
            <a:spLocks xmlns:a="http://schemas.openxmlformats.org/drawingml/2006/main" noGrp="1"/>
          </p:cNvSpPr>
          <p:nvPr/>
        </p:nvSpPr>
        <p:spPr>
          <a:xfrm xmlns:a="http://schemas.openxmlformats.org/drawingml/2006/main">
            <a:off x="11144250" y="6353175"/>
            <a:ext cx="523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4C6070"/>
                </a:solidFill>
                <a:latin typeface="Arial"/>
                <a:ea typeface="Arial"/>
                <a:cs typeface="Arial"/>
              </a:defRPr>
            </a:defPPr>
            <a:lvl1pPr>
              <a:defRPr sz="1275" b="0">
                <a:solidFill>
                  <a:srgbClr val="4C6070"/>
                </a:solidFill>
                <a:latin typeface="Arial"/>
                <a:ea typeface="Arial"/>
                <a:cs typeface="Arial"/>
              </a:defRPr>
            </a:lvl1pPr>
            <a:lvl2pPr>
              <a:defRPr sz="1275" b="0">
                <a:solidFill>
                  <a:srgbClr val="4C6070"/>
                </a:solidFill>
                <a:latin typeface="Arial"/>
                <a:ea typeface="Arial"/>
                <a:cs typeface="Arial"/>
              </a:defRPr>
            </a:lvl2pPr>
            <a:lvl3pPr>
              <a:defRPr sz="1275" b="0">
                <a:solidFill>
                  <a:srgbClr val="4C6070"/>
                </a:solidFill>
                <a:latin typeface="Arial"/>
                <a:ea typeface="Arial"/>
                <a:cs typeface="Arial"/>
              </a:defRPr>
            </a:lvl3pPr>
            <a:lvl4pPr>
              <a:defRPr sz="1275" b="0">
                <a:solidFill>
                  <a:srgbClr val="4C6070"/>
                </a:solidFill>
                <a:latin typeface="Arial"/>
                <a:ea typeface="Arial"/>
                <a:cs typeface="Arial"/>
              </a:defRPr>
            </a:lvl4pPr>
            <a:lvl5pPr>
              <a:defRPr sz="1275" b="0">
                <a:solidFill>
                  <a:srgbClr val="4C6070"/>
                </a:solidFill>
                <a:latin typeface="Arial"/>
                <a:ea typeface="Arial"/>
                <a:cs typeface="Arial"/>
              </a:defRPr>
            </a:lvl5pPr>
            <a:lvl6pPr>
              <a:defRPr sz="1275" b="0">
                <a:solidFill>
                  <a:srgbClr val="4C6070"/>
                </a:solidFill>
                <a:latin typeface="Arial"/>
                <a:ea typeface="Arial"/>
                <a:cs typeface="Arial"/>
              </a:defRPr>
            </a:lvl6pPr>
            <a:lvl7pPr>
              <a:defRPr sz="1275" b="0">
                <a:solidFill>
                  <a:srgbClr val="4C6070"/>
                </a:solidFill>
                <a:latin typeface="Arial"/>
                <a:ea typeface="Arial"/>
                <a:cs typeface="Arial"/>
              </a:defRPr>
            </a:lvl7pPr>
            <a:lvl8pPr>
              <a:defRPr sz="1275" b="0">
                <a:solidFill>
                  <a:srgbClr val="4C6070"/>
                </a:solidFill>
                <a:latin typeface="Arial"/>
                <a:ea typeface="Arial"/>
                <a:cs typeface="Arial"/>
              </a:defRPr>
            </a:lvl8pPr>
            <a:lvl9pPr>
              <a:defRPr sz="1275" b="0">
                <a:solidFill>
                  <a:srgbClr val="4C6070"/>
                </a:solidFill>
                <a:latin typeface="Arial"/>
                <a:ea typeface="Arial"/>
                <a:cs typeface="Arial"/>
              </a:defRPr>
            </a:lvl9pPr>
          </a:lstStyle>
          <a:p xmlns:a="http://schemas.openxmlformats.org/drawingml/2006/main">
            <a:pPr>
              <a:defRPr sz="1275" b="0">
                <a:solidFill>
                  <a:srgbClr val="4C6070"/>
                </a:solidFill>
                <a:latin typeface="Arial"/>
                <a:ea typeface="Arial"/>
                <a:cs typeface="Arial"/>
              </a:defRPr>
            </a:pPr>
            <a:r>
              <a:rPr sz="1275" b="0">
                <a:solidFill>
                  <a:srgbClr val="4C6070"/>
                </a:solidFill>
                <a:latin typeface="Arial"/>
                <a:ea typeface="Arial"/>
                <a:cs typeface="Arial"/>
              </a:rPr>
              <a:t>17</a:t>
            </a:r>
          </a:p>
        </p:txBody>
      </p:sp>
      <p:sp>
        <p:nvSpPr>
          <p:cNvPr id="3" name="">
            <a:extLst xmlns:a="http://schemas.openxmlformats.org/drawingml/2006/main">
              <a:ext uri="{FF2B5EF4-FFF2-40B4-BE49-F238E27FC236}">
                <a16:creationId xmlns:a16="http://schemas.microsoft.com/office/drawing/2014/main" id="{C0E85C9B-6631-430F-A580-F63D8B7241F5}"/>
              </a:ext>
            </a:extLst>
          </p:cNvPr>
          <p:cNvSpPr>
            <a:spLocks xmlns:a="http://schemas.openxmlformats.org/drawingml/2006/main" noGrp="1"/>
          </p:cNvSpPr>
          <p:nvPr/>
        </p:nvSpPr>
        <p:spPr>
          <a:xfrm xmlns:a="http://schemas.openxmlformats.org/drawingml/2006/main">
            <a:off x="685800" y="1476375"/>
            <a:ext cx="10572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32B40"/>
                </a:solidFill>
                <a:latin typeface="Arial"/>
                <a:ea typeface="Arial"/>
                <a:cs typeface="Arial"/>
              </a:defRPr>
            </a:defPPr>
            <a:lvl1pPr>
              <a:defRPr sz="2100" b="0">
                <a:solidFill>
                  <a:srgbClr val="132B40"/>
                </a:solidFill>
                <a:latin typeface="Arial"/>
                <a:ea typeface="Arial"/>
                <a:cs typeface="Arial"/>
              </a:defRPr>
            </a:lvl1pPr>
            <a:lvl2pPr>
              <a:defRPr sz="2100" b="0">
                <a:solidFill>
                  <a:srgbClr val="132B40"/>
                </a:solidFill>
                <a:latin typeface="Arial"/>
                <a:ea typeface="Arial"/>
                <a:cs typeface="Arial"/>
              </a:defRPr>
            </a:lvl2pPr>
            <a:lvl3pPr>
              <a:defRPr sz="2100" b="0">
                <a:solidFill>
                  <a:srgbClr val="132B40"/>
                </a:solidFill>
                <a:latin typeface="Arial"/>
                <a:ea typeface="Arial"/>
                <a:cs typeface="Arial"/>
              </a:defRPr>
            </a:lvl3pPr>
            <a:lvl4pPr>
              <a:defRPr sz="2100" b="0">
                <a:solidFill>
                  <a:srgbClr val="132B40"/>
                </a:solidFill>
                <a:latin typeface="Arial"/>
                <a:ea typeface="Arial"/>
                <a:cs typeface="Arial"/>
              </a:defRPr>
            </a:lvl4pPr>
            <a:lvl5pPr>
              <a:defRPr sz="2100" b="0">
                <a:solidFill>
                  <a:srgbClr val="132B40"/>
                </a:solidFill>
                <a:latin typeface="Arial"/>
                <a:ea typeface="Arial"/>
                <a:cs typeface="Arial"/>
              </a:defRPr>
            </a:lvl5pPr>
            <a:lvl6pPr>
              <a:defRPr sz="2100" b="0">
                <a:solidFill>
                  <a:srgbClr val="132B40"/>
                </a:solidFill>
                <a:latin typeface="Arial"/>
                <a:ea typeface="Arial"/>
                <a:cs typeface="Arial"/>
              </a:defRPr>
            </a:lvl6pPr>
            <a:lvl7pPr>
              <a:defRPr sz="2100" b="0">
                <a:solidFill>
                  <a:srgbClr val="132B40"/>
                </a:solidFill>
                <a:latin typeface="Arial"/>
                <a:ea typeface="Arial"/>
                <a:cs typeface="Arial"/>
              </a:defRPr>
            </a:lvl7pPr>
            <a:lvl8pPr>
              <a:defRPr sz="2100" b="0">
                <a:solidFill>
                  <a:srgbClr val="132B40"/>
                </a:solidFill>
                <a:latin typeface="Arial"/>
                <a:ea typeface="Arial"/>
                <a:cs typeface="Arial"/>
              </a:defRPr>
            </a:lvl8pPr>
            <a:lvl9pPr>
              <a:defRPr sz="2100" b="0">
                <a:solidFill>
                  <a:srgbClr val="132B40"/>
                </a:solidFill>
                <a:latin typeface="Arial"/>
                <a:ea typeface="Arial"/>
                <a:cs typeface="Arial"/>
              </a:defRPr>
            </a:lvl9pPr>
          </a:lstStyle>
          <a:p xmlns:a="http://schemas.openxmlformats.org/drawingml/2006/main">
            <a:pPr>
              <a:defRPr sz="2100" b="0">
                <a:solidFill>
                  <a:srgbClr val="132B40"/>
                </a:solidFill>
                <a:latin typeface="Arial"/>
                <a:ea typeface="Arial"/>
                <a:cs typeface="Arial"/>
              </a:defRPr>
            </a:pPr>
            <a:r>
              <a:rPr sz="2100" b="0">
                <a:solidFill>
                  <a:srgbClr val="132B40"/>
                </a:solidFill>
                <a:latin typeface="Arial"/>
                <a:ea typeface="Arial"/>
                <a:cs typeface="Arial"/>
              </a:rPr>
              <a:t>Notebook records split counts, settings, predictions, model parameters and plots.</a:t>
            </a:r>
          </a:p>
        </p:txBody>
      </p:sp>
      <p:sp>
        <p:nvSpPr>
          <p:cNvPr id="4" name="">
            <a:extLst xmlns:a="http://schemas.openxmlformats.org/drawingml/2006/main">
              <a:ext uri="{FF2B5EF4-FFF2-40B4-BE49-F238E27FC236}">
                <a16:creationId xmlns:a16="http://schemas.microsoft.com/office/drawing/2014/main" id="{C3CB233B-DBA9-40A6-97E2-42119C4794AA}"/>
              </a:ext>
            </a:extLst>
          </p:cNvPr>
          <p:cNvSpPr>
            <a:spLocks xmlns:a="http://schemas.openxmlformats.org/drawingml/2006/main" noGrp="1"/>
          </p:cNvSpPr>
          <p:nvPr/>
        </p:nvSpPr>
        <p:spPr>
          <a:xfrm xmlns:a="http://schemas.openxmlformats.org/drawingml/2006/main">
            <a:off x="685800" y="2409825"/>
            <a:ext cx="10572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32B40"/>
                </a:solidFill>
                <a:latin typeface="Arial"/>
                <a:ea typeface="Arial"/>
                <a:cs typeface="Arial"/>
              </a:defRPr>
            </a:defPPr>
            <a:lvl1pPr>
              <a:defRPr sz="2100" b="0">
                <a:solidFill>
                  <a:srgbClr val="132B40"/>
                </a:solidFill>
                <a:latin typeface="Arial"/>
                <a:ea typeface="Arial"/>
                <a:cs typeface="Arial"/>
              </a:defRPr>
            </a:lvl1pPr>
            <a:lvl2pPr>
              <a:defRPr sz="2100" b="0">
                <a:solidFill>
                  <a:srgbClr val="132B40"/>
                </a:solidFill>
                <a:latin typeface="Arial"/>
                <a:ea typeface="Arial"/>
                <a:cs typeface="Arial"/>
              </a:defRPr>
            </a:lvl2pPr>
            <a:lvl3pPr>
              <a:defRPr sz="2100" b="0">
                <a:solidFill>
                  <a:srgbClr val="132B40"/>
                </a:solidFill>
                <a:latin typeface="Arial"/>
                <a:ea typeface="Arial"/>
                <a:cs typeface="Arial"/>
              </a:defRPr>
            </a:lvl3pPr>
            <a:lvl4pPr>
              <a:defRPr sz="2100" b="0">
                <a:solidFill>
                  <a:srgbClr val="132B40"/>
                </a:solidFill>
                <a:latin typeface="Arial"/>
                <a:ea typeface="Arial"/>
                <a:cs typeface="Arial"/>
              </a:defRPr>
            </a:lvl4pPr>
            <a:lvl5pPr>
              <a:defRPr sz="2100" b="0">
                <a:solidFill>
                  <a:srgbClr val="132B40"/>
                </a:solidFill>
                <a:latin typeface="Arial"/>
                <a:ea typeface="Arial"/>
                <a:cs typeface="Arial"/>
              </a:defRPr>
            </a:lvl5pPr>
            <a:lvl6pPr>
              <a:defRPr sz="2100" b="0">
                <a:solidFill>
                  <a:srgbClr val="132B40"/>
                </a:solidFill>
                <a:latin typeface="Arial"/>
                <a:ea typeface="Arial"/>
                <a:cs typeface="Arial"/>
              </a:defRPr>
            </a:lvl6pPr>
            <a:lvl7pPr>
              <a:defRPr sz="2100" b="0">
                <a:solidFill>
                  <a:srgbClr val="132B40"/>
                </a:solidFill>
                <a:latin typeface="Arial"/>
                <a:ea typeface="Arial"/>
                <a:cs typeface="Arial"/>
              </a:defRPr>
            </a:lvl7pPr>
            <a:lvl8pPr>
              <a:defRPr sz="2100" b="0">
                <a:solidFill>
                  <a:srgbClr val="132B40"/>
                </a:solidFill>
                <a:latin typeface="Arial"/>
                <a:ea typeface="Arial"/>
                <a:cs typeface="Arial"/>
              </a:defRPr>
            </a:lvl8pPr>
            <a:lvl9pPr>
              <a:defRPr sz="2100" b="0">
                <a:solidFill>
                  <a:srgbClr val="132B40"/>
                </a:solidFill>
                <a:latin typeface="Arial"/>
                <a:ea typeface="Arial"/>
                <a:cs typeface="Arial"/>
              </a:defRPr>
            </a:lvl9pPr>
          </a:lstStyle>
          <a:p xmlns:a="http://schemas.openxmlformats.org/drawingml/2006/main">
            <a:pPr>
              <a:defRPr sz="2100" b="0">
                <a:solidFill>
                  <a:srgbClr val="132B40"/>
                </a:solidFill>
                <a:latin typeface="Arial"/>
                <a:ea typeface="Arial"/>
                <a:cs typeface="Arial"/>
              </a:defRPr>
            </a:pPr>
            <a:r>
              <a:rPr sz="2100" b="0">
                <a:solidFill>
                  <a:srgbClr val="132B40"/>
                </a:solidFill>
                <a:latin typeface="Arial"/>
                <a:ea typeface="Arial"/>
                <a:cs typeface="Arial"/>
              </a:rPr>
              <a:t>Implementation checks cover gradients, ROC edge cases, group isolation and model reload.</a:t>
            </a:r>
          </a:p>
        </p:txBody>
      </p:sp>
      <p:sp>
        <p:nvSpPr>
          <p:cNvPr id="5" name="">
            <a:extLst xmlns:a="http://schemas.openxmlformats.org/drawingml/2006/main">
              <a:ext uri="{FF2B5EF4-FFF2-40B4-BE49-F238E27FC236}">
                <a16:creationId xmlns:a16="http://schemas.microsoft.com/office/drawing/2014/main" id="{DDC6144D-1DC6-4E13-9F79-852C2D1AA054}"/>
              </a:ext>
            </a:extLst>
          </p:cNvPr>
          <p:cNvSpPr>
            <a:spLocks xmlns:a="http://schemas.openxmlformats.org/drawingml/2006/main" noGrp="1"/>
          </p:cNvSpPr>
          <p:nvPr/>
        </p:nvSpPr>
        <p:spPr>
          <a:xfrm xmlns:a="http://schemas.openxmlformats.org/drawingml/2006/main">
            <a:off x="685800" y="3343275"/>
            <a:ext cx="10572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32B40"/>
                </a:solidFill>
                <a:latin typeface="Arial"/>
                <a:ea typeface="Arial"/>
                <a:cs typeface="Arial"/>
              </a:defRPr>
            </a:defPPr>
            <a:lvl1pPr>
              <a:defRPr sz="2100" b="0">
                <a:solidFill>
                  <a:srgbClr val="132B40"/>
                </a:solidFill>
                <a:latin typeface="Arial"/>
                <a:ea typeface="Arial"/>
                <a:cs typeface="Arial"/>
              </a:defRPr>
            </a:lvl1pPr>
            <a:lvl2pPr>
              <a:defRPr sz="2100" b="0">
                <a:solidFill>
                  <a:srgbClr val="132B40"/>
                </a:solidFill>
                <a:latin typeface="Arial"/>
                <a:ea typeface="Arial"/>
                <a:cs typeface="Arial"/>
              </a:defRPr>
            </a:lvl2pPr>
            <a:lvl3pPr>
              <a:defRPr sz="2100" b="0">
                <a:solidFill>
                  <a:srgbClr val="132B40"/>
                </a:solidFill>
                <a:latin typeface="Arial"/>
                <a:ea typeface="Arial"/>
                <a:cs typeface="Arial"/>
              </a:defRPr>
            </a:lvl3pPr>
            <a:lvl4pPr>
              <a:defRPr sz="2100" b="0">
                <a:solidFill>
                  <a:srgbClr val="132B40"/>
                </a:solidFill>
                <a:latin typeface="Arial"/>
                <a:ea typeface="Arial"/>
                <a:cs typeface="Arial"/>
              </a:defRPr>
            </a:lvl4pPr>
            <a:lvl5pPr>
              <a:defRPr sz="2100" b="0">
                <a:solidFill>
                  <a:srgbClr val="132B40"/>
                </a:solidFill>
                <a:latin typeface="Arial"/>
                <a:ea typeface="Arial"/>
                <a:cs typeface="Arial"/>
              </a:defRPr>
            </a:lvl5pPr>
            <a:lvl6pPr>
              <a:defRPr sz="2100" b="0">
                <a:solidFill>
                  <a:srgbClr val="132B40"/>
                </a:solidFill>
                <a:latin typeface="Arial"/>
                <a:ea typeface="Arial"/>
                <a:cs typeface="Arial"/>
              </a:defRPr>
            </a:lvl6pPr>
            <a:lvl7pPr>
              <a:defRPr sz="2100" b="0">
                <a:solidFill>
                  <a:srgbClr val="132B40"/>
                </a:solidFill>
                <a:latin typeface="Arial"/>
                <a:ea typeface="Arial"/>
                <a:cs typeface="Arial"/>
              </a:defRPr>
            </a:lvl7pPr>
            <a:lvl8pPr>
              <a:defRPr sz="2100" b="0">
                <a:solidFill>
                  <a:srgbClr val="132B40"/>
                </a:solidFill>
                <a:latin typeface="Arial"/>
                <a:ea typeface="Arial"/>
                <a:cs typeface="Arial"/>
              </a:defRPr>
            </a:lvl8pPr>
            <a:lvl9pPr>
              <a:defRPr sz="2100" b="0">
                <a:solidFill>
                  <a:srgbClr val="132B40"/>
                </a:solidFill>
                <a:latin typeface="Arial"/>
                <a:ea typeface="Arial"/>
                <a:cs typeface="Arial"/>
              </a:defRPr>
            </a:lvl9pPr>
          </a:lstStyle>
          <a:p xmlns:a="http://schemas.openxmlformats.org/drawingml/2006/main">
            <a:pPr>
              <a:defRPr sz="2100" b="0">
                <a:solidFill>
                  <a:srgbClr val="132B40"/>
                </a:solidFill>
                <a:latin typeface="Arial"/>
                <a:ea typeface="Arial"/>
                <a:cs typeface="Arial"/>
              </a:defRPr>
            </a:pPr>
            <a:r>
              <a:rPr sz="2100" b="0">
                <a:solidFill>
                  <a:srgbClr val="132B40"/>
                </a:solidFill>
                <a:latin typeface="Arial"/>
                <a:ea typeface="Arial"/>
                <a:cs typeface="Arial"/>
              </a:rPr>
              <a:t>Next: verified patient/site splits, external validation, threshold calibration and richer features.</a:t>
            </a:r>
          </a:p>
        </p:txBody>
      </p:sp>
      <p:sp>
        <p:nvSpPr>
          <p:cNvPr id="6" name="">
            <a:extLst xmlns:a="http://schemas.openxmlformats.org/drawingml/2006/main">
              <a:ext uri="{FF2B5EF4-FFF2-40B4-BE49-F238E27FC236}">
                <a16:creationId xmlns:a16="http://schemas.microsoft.com/office/drawing/2014/main" id="{32C308A3-388E-4880-A546-6242D3DBBBB4}"/>
              </a:ext>
            </a:extLst>
          </p:cNvPr>
          <p:cNvSpPr>
            <a:spLocks xmlns:a="http://schemas.openxmlformats.org/drawingml/2006/main" noGrp="1"/>
          </p:cNvSpPr>
          <p:nvPr/>
        </p:nvSpPr>
        <p:spPr>
          <a:xfrm xmlns:a="http://schemas.openxmlformats.org/drawingml/2006/main">
            <a:off x="685800" y="4276725"/>
            <a:ext cx="10572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32B40"/>
                </a:solidFill>
                <a:latin typeface="Arial"/>
                <a:ea typeface="Arial"/>
                <a:cs typeface="Arial"/>
              </a:defRPr>
            </a:defPPr>
            <a:lvl1pPr>
              <a:defRPr sz="2100" b="0">
                <a:solidFill>
                  <a:srgbClr val="132B40"/>
                </a:solidFill>
                <a:latin typeface="Arial"/>
                <a:ea typeface="Arial"/>
                <a:cs typeface="Arial"/>
              </a:defRPr>
            </a:lvl1pPr>
            <a:lvl2pPr>
              <a:defRPr sz="2100" b="0">
                <a:solidFill>
                  <a:srgbClr val="132B40"/>
                </a:solidFill>
                <a:latin typeface="Arial"/>
                <a:ea typeface="Arial"/>
                <a:cs typeface="Arial"/>
              </a:defRPr>
            </a:lvl2pPr>
            <a:lvl3pPr>
              <a:defRPr sz="2100" b="0">
                <a:solidFill>
                  <a:srgbClr val="132B40"/>
                </a:solidFill>
                <a:latin typeface="Arial"/>
                <a:ea typeface="Arial"/>
                <a:cs typeface="Arial"/>
              </a:defRPr>
            </a:lvl3pPr>
            <a:lvl4pPr>
              <a:defRPr sz="2100" b="0">
                <a:solidFill>
                  <a:srgbClr val="132B40"/>
                </a:solidFill>
                <a:latin typeface="Arial"/>
                <a:ea typeface="Arial"/>
                <a:cs typeface="Arial"/>
              </a:defRPr>
            </a:lvl4pPr>
            <a:lvl5pPr>
              <a:defRPr sz="2100" b="0">
                <a:solidFill>
                  <a:srgbClr val="132B40"/>
                </a:solidFill>
                <a:latin typeface="Arial"/>
                <a:ea typeface="Arial"/>
                <a:cs typeface="Arial"/>
              </a:defRPr>
            </a:lvl5pPr>
            <a:lvl6pPr>
              <a:defRPr sz="2100" b="0">
                <a:solidFill>
                  <a:srgbClr val="132B40"/>
                </a:solidFill>
                <a:latin typeface="Arial"/>
                <a:ea typeface="Arial"/>
                <a:cs typeface="Arial"/>
              </a:defRPr>
            </a:lvl6pPr>
            <a:lvl7pPr>
              <a:defRPr sz="2100" b="0">
                <a:solidFill>
                  <a:srgbClr val="132B40"/>
                </a:solidFill>
                <a:latin typeface="Arial"/>
                <a:ea typeface="Arial"/>
                <a:cs typeface="Arial"/>
              </a:defRPr>
            </a:lvl7pPr>
            <a:lvl8pPr>
              <a:defRPr sz="2100" b="0">
                <a:solidFill>
                  <a:srgbClr val="132B40"/>
                </a:solidFill>
                <a:latin typeface="Arial"/>
                <a:ea typeface="Arial"/>
                <a:cs typeface="Arial"/>
              </a:defRPr>
            </a:lvl8pPr>
            <a:lvl9pPr>
              <a:defRPr sz="2100" b="0">
                <a:solidFill>
                  <a:srgbClr val="132B40"/>
                </a:solidFill>
                <a:latin typeface="Arial"/>
                <a:ea typeface="Arial"/>
                <a:cs typeface="Arial"/>
              </a:defRPr>
            </a:lvl9pPr>
          </a:lstStyle>
          <a:p xmlns:a="http://schemas.openxmlformats.org/drawingml/2006/main">
            <a:pPr>
              <a:defRPr sz="2100" b="0">
                <a:solidFill>
                  <a:srgbClr val="132B40"/>
                </a:solidFill>
                <a:latin typeface="Arial"/>
                <a:ea typeface="Arial"/>
                <a:cs typeface="Arial"/>
              </a:defRPr>
            </a:pPr>
            <a:r>
              <a:rPr sz="2100" b="0">
                <a:solidFill>
                  <a:srgbClr val="132B40"/>
                </a:solidFill>
                <a:latin typeface="Arial"/>
                <a:ea typeface="Arial"/>
                <a:cs typeface="Arial"/>
              </a:rPr>
              <a:t>Reference context: Kermany et al. (2018); Ng &amp; Jordan (2001); Zech et al. (2018).</a:t>
            </a:r>
          </a:p>
        </p:txBody>
      </p:sp>
      <p:sp>
        <p:nvSpPr>
          <p:cNvPr id="7" name="">
            <a:extLst xmlns:a="http://schemas.openxmlformats.org/drawingml/2006/main">
              <a:ext uri="{FF2B5EF4-FFF2-40B4-BE49-F238E27FC236}">
                <a16:creationId xmlns:a16="http://schemas.microsoft.com/office/drawing/2014/main" id="{FD955544-4176-499D-B2BE-96235981BF07}"/>
              </a:ext>
            </a:extLst>
          </p:cNvPr>
          <p:cNvSpPr>
            <a:spLocks xmlns:a="http://schemas.openxmlformats.org/drawingml/2006/main" noGrp="1"/>
          </p:cNvSpPr>
          <p:nvPr/>
        </p:nvSpPr>
        <p:spPr>
          <a:xfrm xmlns:a="http://schemas.openxmlformats.org/drawingml/2006/main">
            <a:off x="685800" y="5572125"/>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4C6070"/>
                </a:solidFill>
                <a:latin typeface="Arial"/>
                <a:ea typeface="Arial"/>
                <a:cs typeface="Arial"/>
              </a:defRPr>
            </a:defPPr>
            <a:lvl1pPr>
              <a:defRPr sz="1500" b="0">
                <a:solidFill>
                  <a:srgbClr val="4C6070"/>
                </a:solidFill>
                <a:latin typeface="Arial"/>
                <a:ea typeface="Arial"/>
                <a:cs typeface="Arial"/>
              </a:defRPr>
            </a:lvl1pPr>
            <a:lvl2pPr>
              <a:defRPr sz="1500" b="0">
                <a:solidFill>
                  <a:srgbClr val="4C6070"/>
                </a:solidFill>
                <a:latin typeface="Arial"/>
                <a:ea typeface="Arial"/>
                <a:cs typeface="Arial"/>
              </a:defRPr>
            </a:lvl2pPr>
            <a:lvl3pPr>
              <a:defRPr sz="1500" b="0">
                <a:solidFill>
                  <a:srgbClr val="4C6070"/>
                </a:solidFill>
                <a:latin typeface="Arial"/>
                <a:ea typeface="Arial"/>
                <a:cs typeface="Arial"/>
              </a:defRPr>
            </a:lvl3pPr>
            <a:lvl4pPr>
              <a:defRPr sz="1500" b="0">
                <a:solidFill>
                  <a:srgbClr val="4C6070"/>
                </a:solidFill>
                <a:latin typeface="Arial"/>
                <a:ea typeface="Arial"/>
                <a:cs typeface="Arial"/>
              </a:defRPr>
            </a:lvl4pPr>
            <a:lvl5pPr>
              <a:defRPr sz="1500" b="0">
                <a:solidFill>
                  <a:srgbClr val="4C6070"/>
                </a:solidFill>
                <a:latin typeface="Arial"/>
                <a:ea typeface="Arial"/>
                <a:cs typeface="Arial"/>
              </a:defRPr>
            </a:lvl5pPr>
            <a:lvl6pPr>
              <a:defRPr sz="1500" b="0">
                <a:solidFill>
                  <a:srgbClr val="4C6070"/>
                </a:solidFill>
                <a:latin typeface="Arial"/>
                <a:ea typeface="Arial"/>
                <a:cs typeface="Arial"/>
              </a:defRPr>
            </a:lvl6pPr>
            <a:lvl7pPr>
              <a:defRPr sz="1500" b="0">
                <a:solidFill>
                  <a:srgbClr val="4C6070"/>
                </a:solidFill>
                <a:latin typeface="Arial"/>
                <a:ea typeface="Arial"/>
                <a:cs typeface="Arial"/>
              </a:defRPr>
            </a:lvl7pPr>
            <a:lvl8pPr>
              <a:defRPr sz="1500" b="0">
                <a:solidFill>
                  <a:srgbClr val="4C6070"/>
                </a:solidFill>
                <a:latin typeface="Arial"/>
                <a:ea typeface="Arial"/>
                <a:cs typeface="Arial"/>
              </a:defRPr>
            </a:lvl8pPr>
            <a:lvl9pPr>
              <a:defRPr sz="1500" b="0">
                <a:solidFill>
                  <a:srgbClr val="4C6070"/>
                </a:solidFill>
                <a:latin typeface="Arial"/>
                <a:ea typeface="Arial"/>
                <a:cs typeface="Arial"/>
              </a:defRPr>
            </a:lvl9pPr>
          </a:lstStyle>
          <a:p xmlns:a="http://schemas.openxmlformats.org/drawingml/2006/main">
            <a:pPr>
              <a:defRPr sz="1500" b="0">
                <a:solidFill>
                  <a:srgbClr val="4C6070"/>
                </a:solidFill>
                <a:latin typeface="Arial"/>
                <a:ea typeface="Arial"/>
                <a:cs typeface="Arial"/>
              </a:defRPr>
            </a:pPr>
            <a:r>
              <a:rPr sz="1500" b="0">
                <a:solidFill>
                  <a:srgbClr val="4C6070"/>
                </a:solidFill>
                <a:latin typeface="Arial"/>
                <a:ea typeface="Arial"/>
                <a:cs typeface="Arial"/>
              </a:rPr>
              <a:t>Python standard library + NumPy, Pillow, Matplotlib and Colab/IPython display.</a:t>
            </a:r>
          </a:p>
        </p:txBody>
      </p:sp>
    </p:spTree>
    <p:extLst>
      <p:ext uri="{BB962C8B-B14F-4D97-AF65-F5344CB8AC3E}">
        <p14:creationId xmlns:p14="http://schemas.microsoft.com/office/powerpoint/2010/main" val="31064517"/>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47EC1071-5422-4985-AEAF-36092C309D1B}"/>
              </a:ext>
            </a:extLst>
          </p:cNvPr>
          <p:cNvSpPr>
            <a:spLocks xmlns:a="http://schemas.openxmlformats.org/drawingml/2006/main" noGrp="1"/>
          </p:cNvSpPr>
          <p:nvPr/>
        </p:nvSpPr>
        <p:spPr>
          <a:xfrm xmlns:a="http://schemas.openxmlformats.org/drawingml/2006/main">
            <a:off x="609600" y="43815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32B40"/>
                </a:solidFill>
                <a:latin typeface="Arial"/>
                <a:ea typeface="Arial"/>
                <a:cs typeface="Arial"/>
              </a:defRPr>
            </a:defPPr>
            <a:lvl1pPr>
              <a:defRPr sz="3225" b="1">
                <a:solidFill>
                  <a:srgbClr val="132B40"/>
                </a:solidFill>
                <a:latin typeface="Arial"/>
                <a:ea typeface="Arial"/>
                <a:cs typeface="Arial"/>
              </a:defRPr>
            </a:lvl1pPr>
            <a:lvl2pPr>
              <a:defRPr sz="3225" b="1">
                <a:solidFill>
                  <a:srgbClr val="132B40"/>
                </a:solidFill>
                <a:latin typeface="Arial"/>
                <a:ea typeface="Arial"/>
                <a:cs typeface="Arial"/>
              </a:defRPr>
            </a:lvl2pPr>
            <a:lvl3pPr>
              <a:defRPr sz="3225" b="1">
                <a:solidFill>
                  <a:srgbClr val="132B40"/>
                </a:solidFill>
                <a:latin typeface="Arial"/>
                <a:ea typeface="Arial"/>
                <a:cs typeface="Arial"/>
              </a:defRPr>
            </a:lvl3pPr>
            <a:lvl4pPr>
              <a:defRPr sz="3225" b="1">
                <a:solidFill>
                  <a:srgbClr val="132B40"/>
                </a:solidFill>
                <a:latin typeface="Arial"/>
                <a:ea typeface="Arial"/>
                <a:cs typeface="Arial"/>
              </a:defRPr>
            </a:lvl4pPr>
            <a:lvl5pPr>
              <a:defRPr sz="3225" b="1">
                <a:solidFill>
                  <a:srgbClr val="132B40"/>
                </a:solidFill>
                <a:latin typeface="Arial"/>
                <a:ea typeface="Arial"/>
                <a:cs typeface="Arial"/>
              </a:defRPr>
            </a:lvl5pPr>
            <a:lvl6pPr>
              <a:defRPr sz="3225" b="1">
                <a:solidFill>
                  <a:srgbClr val="132B40"/>
                </a:solidFill>
                <a:latin typeface="Arial"/>
                <a:ea typeface="Arial"/>
                <a:cs typeface="Arial"/>
              </a:defRPr>
            </a:lvl6pPr>
            <a:lvl7pPr>
              <a:defRPr sz="3225" b="1">
                <a:solidFill>
                  <a:srgbClr val="132B40"/>
                </a:solidFill>
                <a:latin typeface="Arial"/>
                <a:ea typeface="Arial"/>
                <a:cs typeface="Arial"/>
              </a:defRPr>
            </a:lvl7pPr>
            <a:lvl8pPr>
              <a:defRPr sz="3225" b="1">
                <a:solidFill>
                  <a:srgbClr val="132B40"/>
                </a:solidFill>
                <a:latin typeface="Arial"/>
                <a:ea typeface="Arial"/>
                <a:cs typeface="Arial"/>
              </a:defRPr>
            </a:lvl8pPr>
            <a:lvl9pPr>
              <a:defRPr sz="3225" b="1">
                <a:solidFill>
                  <a:srgbClr val="132B40"/>
                </a:solidFill>
                <a:latin typeface="Arial"/>
                <a:ea typeface="Arial"/>
                <a:cs typeface="Arial"/>
              </a:defRPr>
            </a:lvl9pPr>
          </a:lstStyle>
          <a:p xmlns:a="http://schemas.openxmlformats.org/drawingml/2006/main">
            <a:pPr>
              <a:defRPr sz="3225" b="1">
                <a:solidFill>
                  <a:srgbClr val="132B40"/>
                </a:solidFill>
                <a:latin typeface="Arial"/>
                <a:ea typeface="Arial"/>
                <a:cs typeface="Arial"/>
              </a:defRPr>
            </a:pPr>
            <a:r>
              <a:rPr sz="3225" b="1">
                <a:solidFill>
                  <a:srgbClr val="132B40"/>
                </a:solidFill>
                <a:latin typeface="Arial"/>
                <a:ea typeface="Arial"/>
                <a:cs typeface="Arial"/>
              </a:rPr>
              <a:t>Key takeaways</a:t>
            </a:r>
          </a:p>
        </p:txBody>
      </p:sp>
      <p:sp>
        <p:nvSpPr>
          <p:cNvPr id="2" name="">
            <a:extLst xmlns:a="http://schemas.openxmlformats.org/drawingml/2006/main">
              <a:ext uri="{FF2B5EF4-FFF2-40B4-BE49-F238E27FC236}">
                <a16:creationId xmlns:a16="http://schemas.microsoft.com/office/drawing/2014/main" id="{5C0A8CFD-4AFA-4B71-8CAD-6775C60753F9}"/>
              </a:ext>
            </a:extLst>
          </p:cNvPr>
          <p:cNvSpPr>
            <a:spLocks xmlns:a="http://schemas.openxmlformats.org/drawingml/2006/main" noGrp="1"/>
          </p:cNvSpPr>
          <p:nvPr/>
        </p:nvSpPr>
        <p:spPr>
          <a:xfrm xmlns:a="http://schemas.openxmlformats.org/drawingml/2006/main">
            <a:off x="11144250" y="6353175"/>
            <a:ext cx="523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4C6070"/>
                </a:solidFill>
                <a:latin typeface="Arial"/>
                <a:ea typeface="Arial"/>
                <a:cs typeface="Arial"/>
              </a:defRPr>
            </a:defPPr>
            <a:lvl1pPr>
              <a:defRPr sz="1275" b="0">
                <a:solidFill>
                  <a:srgbClr val="4C6070"/>
                </a:solidFill>
                <a:latin typeface="Arial"/>
                <a:ea typeface="Arial"/>
                <a:cs typeface="Arial"/>
              </a:defRPr>
            </a:lvl1pPr>
            <a:lvl2pPr>
              <a:defRPr sz="1275" b="0">
                <a:solidFill>
                  <a:srgbClr val="4C6070"/>
                </a:solidFill>
                <a:latin typeface="Arial"/>
                <a:ea typeface="Arial"/>
                <a:cs typeface="Arial"/>
              </a:defRPr>
            </a:lvl2pPr>
            <a:lvl3pPr>
              <a:defRPr sz="1275" b="0">
                <a:solidFill>
                  <a:srgbClr val="4C6070"/>
                </a:solidFill>
                <a:latin typeface="Arial"/>
                <a:ea typeface="Arial"/>
                <a:cs typeface="Arial"/>
              </a:defRPr>
            </a:lvl3pPr>
            <a:lvl4pPr>
              <a:defRPr sz="1275" b="0">
                <a:solidFill>
                  <a:srgbClr val="4C6070"/>
                </a:solidFill>
                <a:latin typeface="Arial"/>
                <a:ea typeface="Arial"/>
                <a:cs typeface="Arial"/>
              </a:defRPr>
            </a:lvl4pPr>
            <a:lvl5pPr>
              <a:defRPr sz="1275" b="0">
                <a:solidFill>
                  <a:srgbClr val="4C6070"/>
                </a:solidFill>
                <a:latin typeface="Arial"/>
                <a:ea typeface="Arial"/>
                <a:cs typeface="Arial"/>
              </a:defRPr>
            </a:lvl5pPr>
            <a:lvl6pPr>
              <a:defRPr sz="1275" b="0">
                <a:solidFill>
                  <a:srgbClr val="4C6070"/>
                </a:solidFill>
                <a:latin typeface="Arial"/>
                <a:ea typeface="Arial"/>
                <a:cs typeface="Arial"/>
              </a:defRPr>
            </a:lvl6pPr>
            <a:lvl7pPr>
              <a:defRPr sz="1275" b="0">
                <a:solidFill>
                  <a:srgbClr val="4C6070"/>
                </a:solidFill>
                <a:latin typeface="Arial"/>
                <a:ea typeface="Arial"/>
                <a:cs typeface="Arial"/>
              </a:defRPr>
            </a:lvl7pPr>
            <a:lvl8pPr>
              <a:defRPr sz="1275" b="0">
                <a:solidFill>
                  <a:srgbClr val="4C6070"/>
                </a:solidFill>
                <a:latin typeface="Arial"/>
                <a:ea typeface="Arial"/>
                <a:cs typeface="Arial"/>
              </a:defRPr>
            </a:lvl8pPr>
            <a:lvl9pPr>
              <a:defRPr sz="1275" b="0">
                <a:solidFill>
                  <a:srgbClr val="4C6070"/>
                </a:solidFill>
                <a:latin typeface="Arial"/>
                <a:ea typeface="Arial"/>
                <a:cs typeface="Arial"/>
              </a:defRPr>
            </a:lvl9pPr>
          </a:lstStyle>
          <a:p xmlns:a="http://schemas.openxmlformats.org/drawingml/2006/main">
            <a:pPr>
              <a:defRPr sz="1275" b="0">
                <a:solidFill>
                  <a:srgbClr val="4C6070"/>
                </a:solidFill>
                <a:latin typeface="Arial"/>
                <a:ea typeface="Arial"/>
                <a:cs typeface="Arial"/>
              </a:defRPr>
            </a:pPr>
            <a:r>
              <a:rPr sz="1275" b="0">
                <a:solidFill>
                  <a:srgbClr val="4C6070"/>
                </a:solidFill>
                <a:latin typeface="Arial"/>
                <a:ea typeface="Arial"/>
                <a:cs typeface="Arial"/>
              </a:rPr>
              <a:t>18</a:t>
            </a:r>
          </a:p>
        </p:txBody>
      </p:sp>
      <p:sp>
        <p:nvSpPr>
          <p:cNvPr id="3" name="">
            <a:extLst xmlns:a="http://schemas.openxmlformats.org/drawingml/2006/main">
              <a:ext uri="{FF2B5EF4-FFF2-40B4-BE49-F238E27FC236}">
                <a16:creationId xmlns:a16="http://schemas.microsoft.com/office/drawing/2014/main" id="{34323E3A-165E-4EED-BE5A-0D570B53F498}"/>
              </a:ext>
            </a:extLst>
          </p:cNvPr>
          <p:cNvSpPr>
            <a:spLocks xmlns:a="http://schemas.openxmlformats.org/drawingml/2006/main" noGrp="1"/>
          </p:cNvSpPr>
          <p:nvPr/>
        </p:nvSpPr>
        <p:spPr>
          <a:xfrm xmlns:a="http://schemas.openxmlformats.org/drawingml/2006/main">
            <a:off x="685800" y="1428750"/>
            <a:ext cx="106680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925" b="1">
                <a:solidFill>
                  <a:srgbClr val="087F8C"/>
                </a:solidFill>
                <a:latin typeface="Arial"/>
                <a:ea typeface="Arial"/>
                <a:cs typeface="Arial"/>
              </a:defRPr>
            </a:defPPr>
            <a:lvl1pPr>
              <a:defRPr sz="2925" b="1">
                <a:solidFill>
                  <a:srgbClr val="087F8C"/>
                </a:solidFill>
                <a:latin typeface="Arial"/>
                <a:ea typeface="Arial"/>
                <a:cs typeface="Arial"/>
              </a:defRPr>
            </a:lvl1pPr>
            <a:lvl2pPr>
              <a:defRPr sz="2925" b="1">
                <a:solidFill>
                  <a:srgbClr val="087F8C"/>
                </a:solidFill>
                <a:latin typeface="Arial"/>
                <a:ea typeface="Arial"/>
                <a:cs typeface="Arial"/>
              </a:defRPr>
            </a:lvl2pPr>
            <a:lvl3pPr>
              <a:defRPr sz="2925" b="1">
                <a:solidFill>
                  <a:srgbClr val="087F8C"/>
                </a:solidFill>
                <a:latin typeface="Arial"/>
                <a:ea typeface="Arial"/>
                <a:cs typeface="Arial"/>
              </a:defRPr>
            </a:lvl3pPr>
            <a:lvl4pPr>
              <a:defRPr sz="2925" b="1">
                <a:solidFill>
                  <a:srgbClr val="087F8C"/>
                </a:solidFill>
                <a:latin typeface="Arial"/>
                <a:ea typeface="Arial"/>
                <a:cs typeface="Arial"/>
              </a:defRPr>
            </a:lvl4pPr>
            <a:lvl5pPr>
              <a:defRPr sz="2925" b="1">
                <a:solidFill>
                  <a:srgbClr val="087F8C"/>
                </a:solidFill>
                <a:latin typeface="Arial"/>
                <a:ea typeface="Arial"/>
                <a:cs typeface="Arial"/>
              </a:defRPr>
            </a:lvl5pPr>
            <a:lvl6pPr>
              <a:defRPr sz="2925" b="1">
                <a:solidFill>
                  <a:srgbClr val="087F8C"/>
                </a:solidFill>
                <a:latin typeface="Arial"/>
                <a:ea typeface="Arial"/>
                <a:cs typeface="Arial"/>
              </a:defRPr>
            </a:lvl6pPr>
            <a:lvl7pPr>
              <a:defRPr sz="2925" b="1">
                <a:solidFill>
                  <a:srgbClr val="087F8C"/>
                </a:solidFill>
                <a:latin typeface="Arial"/>
                <a:ea typeface="Arial"/>
                <a:cs typeface="Arial"/>
              </a:defRPr>
            </a:lvl7pPr>
            <a:lvl8pPr>
              <a:defRPr sz="2925" b="1">
                <a:solidFill>
                  <a:srgbClr val="087F8C"/>
                </a:solidFill>
                <a:latin typeface="Arial"/>
                <a:ea typeface="Arial"/>
                <a:cs typeface="Arial"/>
              </a:defRPr>
            </a:lvl8pPr>
            <a:lvl9pPr>
              <a:defRPr sz="2925" b="1">
                <a:solidFill>
                  <a:srgbClr val="087F8C"/>
                </a:solidFill>
                <a:latin typeface="Arial"/>
                <a:ea typeface="Arial"/>
                <a:cs typeface="Arial"/>
              </a:defRPr>
            </a:lvl9pPr>
          </a:lstStyle>
          <a:p xmlns:a="http://schemas.openxmlformats.org/drawingml/2006/main">
            <a:pPr>
              <a:defRPr sz="2925" b="1">
                <a:solidFill>
                  <a:srgbClr val="087F8C"/>
                </a:solidFill>
                <a:latin typeface="Arial"/>
                <a:ea typeface="Arial"/>
                <a:cs typeface="Arial"/>
              </a:defRPr>
            </a:pPr>
            <a:r>
              <a:rPr sz="2925" b="1">
                <a:solidFill>
                  <a:srgbClr val="087F8C"/>
                </a:solidFill>
                <a:latin typeface="Arial"/>
                <a:ea typeface="Arial"/>
                <a:cs typeface="Arial"/>
              </a:rPr>
              <a:t>A transparent baseline</a:t>
            </a:r>
          </a:p>
          <a:p xmlns:a="http://schemas.openxmlformats.org/drawingml/2006/main">
            <a:pPr>
              <a:defRPr sz="2925" b="1">
                <a:solidFill>
                  <a:srgbClr val="087F8C"/>
                </a:solidFill>
                <a:latin typeface="Arial"/>
                <a:ea typeface="Arial"/>
                <a:cs typeface="Arial"/>
              </a:defRPr>
            </a:pPr>
            <a:r>
              <a:rPr sz="2925" b="1">
                <a:solidFill>
                  <a:srgbClr val="087F8C"/>
                </a:solidFill>
                <a:latin typeface="Arial"/>
                <a:ea typeface="Arial"/>
                <a:cs typeface="Arial"/>
              </a:rPr>
              <a:t>with clear limits</a:t>
            </a:r>
          </a:p>
        </p:txBody>
      </p:sp>
      <p:sp>
        <p:nvSpPr>
          <p:cNvPr id="4" name="">
            <a:extLst xmlns:a="http://schemas.openxmlformats.org/drawingml/2006/main">
              <a:ext uri="{FF2B5EF4-FFF2-40B4-BE49-F238E27FC236}">
                <a16:creationId xmlns:a16="http://schemas.microsoft.com/office/drawing/2014/main" id="{5A18339C-E103-43D9-9D83-177036BA1DF7}"/>
              </a:ext>
            </a:extLst>
          </p:cNvPr>
          <p:cNvSpPr>
            <a:spLocks xmlns:a="http://schemas.openxmlformats.org/drawingml/2006/main" noGrp="1"/>
          </p:cNvSpPr>
          <p:nvPr/>
        </p:nvSpPr>
        <p:spPr>
          <a:xfrm xmlns:a="http://schemas.openxmlformats.org/drawingml/2006/main">
            <a:off x="685800" y="3333750"/>
            <a:ext cx="3095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4C6070"/>
                </a:solidFill>
                <a:latin typeface="Arial"/>
                <a:ea typeface="Arial"/>
                <a:cs typeface="Arial"/>
              </a:defRPr>
            </a:defPPr>
            <a:lvl1pPr>
              <a:defRPr sz="1650" b="0">
                <a:solidFill>
                  <a:srgbClr val="4C6070"/>
                </a:solidFill>
                <a:latin typeface="Arial"/>
                <a:ea typeface="Arial"/>
                <a:cs typeface="Arial"/>
              </a:defRPr>
            </a:lvl1pPr>
            <a:lvl2pPr>
              <a:defRPr sz="1650" b="0">
                <a:solidFill>
                  <a:srgbClr val="4C6070"/>
                </a:solidFill>
                <a:latin typeface="Arial"/>
                <a:ea typeface="Arial"/>
                <a:cs typeface="Arial"/>
              </a:defRPr>
            </a:lvl2pPr>
            <a:lvl3pPr>
              <a:defRPr sz="1650" b="0">
                <a:solidFill>
                  <a:srgbClr val="4C6070"/>
                </a:solidFill>
                <a:latin typeface="Arial"/>
                <a:ea typeface="Arial"/>
                <a:cs typeface="Arial"/>
              </a:defRPr>
            </a:lvl3pPr>
            <a:lvl4pPr>
              <a:defRPr sz="1650" b="0">
                <a:solidFill>
                  <a:srgbClr val="4C6070"/>
                </a:solidFill>
                <a:latin typeface="Arial"/>
                <a:ea typeface="Arial"/>
                <a:cs typeface="Arial"/>
              </a:defRPr>
            </a:lvl4pPr>
            <a:lvl5pPr>
              <a:defRPr sz="1650" b="0">
                <a:solidFill>
                  <a:srgbClr val="4C6070"/>
                </a:solidFill>
                <a:latin typeface="Arial"/>
                <a:ea typeface="Arial"/>
                <a:cs typeface="Arial"/>
              </a:defRPr>
            </a:lvl5pPr>
            <a:lvl6pPr>
              <a:defRPr sz="1650" b="0">
                <a:solidFill>
                  <a:srgbClr val="4C6070"/>
                </a:solidFill>
                <a:latin typeface="Arial"/>
                <a:ea typeface="Arial"/>
                <a:cs typeface="Arial"/>
              </a:defRPr>
            </a:lvl6pPr>
            <a:lvl7pPr>
              <a:defRPr sz="1650" b="0">
                <a:solidFill>
                  <a:srgbClr val="4C6070"/>
                </a:solidFill>
                <a:latin typeface="Arial"/>
                <a:ea typeface="Arial"/>
                <a:cs typeface="Arial"/>
              </a:defRPr>
            </a:lvl7pPr>
            <a:lvl8pPr>
              <a:defRPr sz="1650" b="0">
                <a:solidFill>
                  <a:srgbClr val="4C6070"/>
                </a:solidFill>
                <a:latin typeface="Arial"/>
                <a:ea typeface="Arial"/>
                <a:cs typeface="Arial"/>
              </a:defRPr>
            </a:lvl8pPr>
            <a:lvl9pPr>
              <a:defRPr sz="1650" b="0">
                <a:solidFill>
                  <a:srgbClr val="4C6070"/>
                </a:solidFill>
                <a:latin typeface="Arial"/>
                <a:ea typeface="Arial"/>
                <a:cs typeface="Arial"/>
              </a:defRPr>
            </a:lvl9pPr>
          </a:lstStyle>
          <a:p xmlns:a="http://schemas.openxmlformats.org/drawingml/2006/main">
            <a:pPr>
              <a:defRPr sz="1650" b="0">
                <a:solidFill>
                  <a:srgbClr val="4C6070"/>
                </a:solidFill>
                <a:latin typeface="Arial"/>
                <a:ea typeface="Arial"/>
                <a:cs typeface="Arial"/>
              </a:defRPr>
            </a:pPr>
            <a:r>
              <a:rPr sz="1650" b="0">
                <a:solidFill>
                  <a:srgbClr val="4C6070"/>
                </a:solidFill>
                <a:latin typeface="Arial"/>
                <a:ea typeface="Arial"/>
                <a:cs typeface="Arial"/>
              </a:rPr>
              <a:t>Best development model</a:t>
            </a:r>
          </a:p>
        </p:txBody>
      </p:sp>
      <p:sp>
        <p:nvSpPr>
          <p:cNvPr id="5" name="">
            <a:extLst xmlns:a="http://schemas.openxmlformats.org/drawingml/2006/main">
              <a:ext uri="{FF2B5EF4-FFF2-40B4-BE49-F238E27FC236}">
                <a16:creationId xmlns:a16="http://schemas.microsoft.com/office/drawing/2014/main" id="{CEEAD92D-281A-4844-86B3-95FFDD388752}"/>
              </a:ext>
            </a:extLst>
          </p:cNvPr>
          <p:cNvSpPr>
            <a:spLocks xmlns:a="http://schemas.openxmlformats.org/drawingml/2006/main" noGrp="1"/>
          </p:cNvSpPr>
          <p:nvPr/>
        </p:nvSpPr>
        <p:spPr>
          <a:xfrm xmlns:a="http://schemas.openxmlformats.org/drawingml/2006/main">
            <a:off x="685800" y="3781425"/>
            <a:ext cx="4191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32B40"/>
                </a:solidFill>
                <a:latin typeface="Arial"/>
                <a:ea typeface="Arial"/>
                <a:cs typeface="Arial"/>
              </a:defRPr>
            </a:defPPr>
            <a:lvl1pPr>
              <a:defRPr sz="2100" b="1">
                <a:solidFill>
                  <a:srgbClr val="132B40"/>
                </a:solidFill>
                <a:latin typeface="Arial"/>
                <a:ea typeface="Arial"/>
                <a:cs typeface="Arial"/>
              </a:defRPr>
            </a:lvl1pPr>
            <a:lvl2pPr>
              <a:defRPr sz="2100" b="1">
                <a:solidFill>
                  <a:srgbClr val="132B40"/>
                </a:solidFill>
                <a:latin typeface="Arial"/>
                <a:ea typeface="Arial"/>
                <a:cs typeface="Arial"/>
              </a:defRPr>
            </a:lvl2pPr>
            <a:lvl3pPr>
              <a:defRPr sz="2100" b="1">
                <a:solidFill>
                  <a:srgbClr val="132B40"/>
                </a:solidFill>
                <a:latin typeface="Arial"/>
                <a:ea typeface="Arial"/>
                <a:cs typeface="Arial"/>
              </a:defRPr>
            </a:lvl3pPr>
            <a:lvl4pPr>
              <a:defRPr sz="2100" b="1">
                <a:solidFill>
                  <a:srgbClr val="132B40"/>
                </a:solidFill>
                <a:latin typeface="Arial"/>
                <a:ea typeface="Arial"/>
                <a:cs typeface="Arial"/>
              </a:defRPr>
            </a:lvl4pPr>
            <a:lvl5pPr>
              <a:defRPr sz="2100" b="1">
                <a:solidFill>
                  <a:srgbClr val="132B40"/>
                </a:solidFill>
                <a:latin typeface="Arial"/>
                <a:ea typeface="Arial"/>
                <a:cs typeface="Arial"/>
              </a:defRPr>
            </a:lvl5pPr>
            <a:lvl6pPr>
              <a:defRPr sz="2100" b="1">
                <a:solidFill>
                  <a:srgbClr val="132B40"/>
                </a:solidFill>
                <a:latin typeface="Arial"/>
                <a:ea typeface="Arial"/>
                <a:cs typeface="Arial"/>
              </a:defRPr>
            </a:lvl6pPr>
            <a:lvl7pPr>
              <a:defRPr sz="2100" b="1">
                <a:solidFill>
                  <a:srgbClr val="132B40"/>
                </a:solidFill>
                <a:latin typeface="Arial"/>
                <a:ea typeface="Arial"/>
                <a:cs typeface="Arial"/>
              </a:defRPr>
            </a:lvl7pPr>
            <a:lvl8pPr>
              <a:defRPr sz="2100" b="1">
                <a:solidFill>
                  <a:srgbClr val="132B40"/>
                </a:solidFill>
                <a:latin typeface="Arial"/>
                <a:ea typeface="Arial"/>
                <a:cs typeface="Arial"/>
              </a:defRPr>
            </a:lvl8pPr>
            <a:lvl9pPr>
              <a:defRPr sz="2100" b="1">
                <a:solidFill>
                  <a:srgbClr val="132B40"/>
                </a:solidFill>
                <a:latin typeface="Arial"/>
                <a:ea typeface="Arial"/>
                <a:cs typeface="Arial"/>
              </a:defRPr>
            </a:lvl9pPr>
          </a:lstStyle>
          <a:p xmlns:a="http://schemas.openxmlformats.org/drawingml/2006/main">
            <a:pPr>
              <a:defRPr sz="2100" b="1">
                <a:solidFill>
                  <a:srgbClr val="132B40"/>
                </a:solidFill>
                <a:latin typeface="Arial"/>
                <a:ea typeface="Arial"/>
                <a:cs typeface="Arial"/>
              </a:defRPr>
            </a:pPr>
            <a:r>
              <a:rPr sz="2100" b="1">
                <a:solidFill>
                  <a:srgbClr val="132B40"/>
                </a:solidFill>
                <a:latin typeface="Arial"/>
                <a:ea typeface="Arial"/>
                <a:cs typeface="Arial"/>
              </a:rPr>
              <a:t>Logistic regression, λ = 0.01</a:t>
            </a:r>
          </a:p>
        </p:txBody>
      </p:sp>
      <p:sp>
        <p:nvSpPr>
          <p:cNvPr id="6" name="">
            <a:extLst xmlns:a="http://schemas.openxmlformats.org/drawingml/2006/main">
              <a:ext uri="{FF2B5EF4-FFF2-40B4-BE49-F238E27FC236}">
                <a16:creationId xmlns:a16="http://schemas.microsoft.com/office/drawing/2014/main" id="{654E5ED1-4FEF-4F08-82CA-85A6F5FB7F52}"/>
              </a:ext>
            </a:extLst>
          </p:cNvPr>
          <p:cNvSpPr>
            <a:spLocks xmlns:a="http://schemas.openxmlformats.org/drawingml/2006/main" noGrp="1"/>
          </p:cNvSpPr>
          <p:nvPr/>
        </p:nvSpPr>
        <p:spPr>
          <a:xfrm xmlns:a="http://schemas.openxmlformats.org/drawingml/2006/main">
            <a:off x="4572000" y="3333750"/>
            <a:ext cx="304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4C6070"/>
                </a:solidFill>
                <a:latin typeface="Arial"/>
                <a:ea typeface="Arial"/>
                <a:cs typeface="Arial"/>
              </a:defRPr>
            </a:defPPr>
            <a:lvl1pPr>
              <a:defRPr sz="1650" b="0">
                <a:solidFill>
                  <a:srgbClr val="4C6070"/>
                </a:solidFill>
                <a:latin typeface="Arial"/>
                <a:ea typeface="Arial"/>
                <a:cs typeface="Arial"/>
              </a:defRPr>
            </a:lvl1pPr>
            <a:lvl2pPr>
              <a:defRPr sz="1650" b="0">
                <a:solidFill>
                  <a:srgbClr val="4C6070"/>
                </a:solidFill>
                <a:latin typeface="Arial"/>
                <a:ea typeface="Arial"/>
                <a:cs typeface="Arial"/>
              </a:defRPr>
            </a:lvl2pPr>
            <a:lvl3pPr>
              <a:defRPr sz="1650" b="0">
                <a:solidFill>
                  <a:srgbClr val="4C6070"/>
                </a:solidFill>
                <a:latin typeface="Arial"/>
                <a:ea typeface="Arial"/>
                <a:cs typeface="Arial"/>
              </a:defRPr>
            </a:lvl3pPr>
            <a:lvl4pPr>
              <a:defRPr sz="1650" b="0">
                <a:solidFill>
                  <a:srgbClr val="4C6070"/>
                </a:solidFill>
                <a:latin typeface="Arial"/>
                <a:ea typeface="Arial"/>
                <a:cs typeface="Arial"/>
              </a:defRPr>
            </a:lvl4pPr>
            <a:lvl5pPr>
              <a:defRPr sz="1650" b="0">
                <a:solidFill>
                  <a:srgbClr val="4C6070"/>
                </a:solidFill>
                <a:latin typeface="Arial"/>
                <a:ea typeface="Arial"/>
                <a:cs typeface="Arial"/>
              </a:defRPr>
            </a:lvl5pPr>
            <a:lvl6pPr>
              <a:defRPr sz="1650" b="0">
                <a:solidFill>
                  <a:srgbClr val="4C6070"/>
                </a:solidFill>
                <a:latin typeface="Arial"/>
                <a:ea typeface="Arial"/>
                <a:cs typeface="Arial"/>
              </a:defRPr>
            </a:lvl6pPr>
            <a:lvl7pPr>
              <a:defRPr sz="1650" b="0">
                <a:solidFill>
                  <a:srgbClr val="4C6070"/>
                </a:solidFill>
                <a:latin typeface="Arial"/>
                <a:ea typeface="Arial"/>
                <a:cs typeface="Arial"/>
              </a:defRPr>
            </a:lvl7pPr>
            <a:lvl8pPr>
              <a:defRPr sz="1650" b="0">
                <a:solidFill>
                  <a:srgbClr val="4C6070"/>
                </a:solidFill>
                <a:latin typeface="Arial"/>
                <a:ea typeface="Arial"/>
                <a:cs typeface="Arial"/>
              </a:defRPr>
            </a:lvl8pPr>
            <a:lvl9pPr>
              <a:defRPr sz="1650" b="0">
                <a:solidFill>
                  <a:srgbClr val="4C6070"/>
                </a:solidFill>
                <a:latin typeface="Arial"/>
                <a:ea typeface="Arial"/>
                <a:cs typeface="Arial"/>
              </a:defRPr>
            </a:lvl9pPr>
          </a:lstStyle>
          <a:p xmlns:a="http://schemas.openxmlformats.org/drawingml/2006/main">
            <a:pPr>
              <a:defRPr sz="1650" b="0">
                <a:solidFill>
                  <a:srgbClr val="4C6070"/>
                </a:solidFill>
                <a:latin typeface="Arial"/>
                <a:ea typeface="Arial"/>
                <a:cs typeface="Arial"/>
              </a:defRPr>
            </a:pPr>
            <a:r>
              <a:rPr sz="1650" b="0">
                <a:solidFill>
                  <a:srgbClr val="4C6070"/>
                </a:solidFill>
                <a:latin typeface="Arial"/>
                <a:ea typeface="Arial"/>
                <a:cs typeface="Arial"/>
              </a:rPr>
              <a:t>Held-out test recall</a:t>
            </a:r>
          </a:p>
        </p:txBody>
      </p:sp>
      <p:sp>
        <p:nvSpPr>
          <p:cNvPr id="7" name="">
            <a:extLst xmlns:a="http://schemas.openxmlformats.org/drawingml/2006/main">
              <a:ext uri="{FF2B5EF4-FFF2-40B4-BE49-F238E27FC236}">
                <a16:creationId xmlns:a16="http://schemas.microsoft.com/office/drawing/2014/main" id="{A0CFA264-88CD-4016-9529-66E98E643045}"/>
              </a:ext>
            </a:extLst>
          </p:cNvPr>
          <p:cNvSpPr>
            <a:spLocks xmlns:a="http://schemas.openxmlformats.org/drawingml/2006/main" noGrp="1"/>
          </p:cNvSpPr>
          <p:nvPr/>
        </p:nvSpPr>
        <p:spPr>
          <a:xfrm xmlns:a="http://schemas.openxmlformats.org/drawingml/2006/main">
            <a:off x="4572000" y="3781425"/>
            <a:ext cx="3048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1">
                <a:solidFill>
                  <a:srgbClr val="087F8C"/>
                </a:solidFill>
                <a:latin typeface="Arial"/>
                <a:ea typeface="Arial"/>
                <a:cs typeface="Arial"/>
              </a:defRPr>
            </a:defPPr>
            <a:lvl1pPr>
              <a:defRPr sz="2550" b="1">
                <a:solidFill>
                  <a:srgbClr val="087F8C"/>
                </a:solidFill>
                <a:latin typeface="Arial"/>
                <a:ea typeface="Arial"/>
                <a:cs typeface="Arial"/>
              </a:defRPr>
            </a:lvl1pPr>
            <a:lvl2pPr>
              <a:defRPr sz="2550" b="1">
                <a:solidFill>
                  <a:srgbClr val="087F8C"/>
                </a:solidFill>
                <a:latin typeface="Arial"/>
                <a:ea typeface="Arial"/>
                <a:cs typeface="Arial"/>
              </a:defRPr>
            </a:lvl2pPr>
            <a:lvl3pPr>
              <a:defRPr sz="2550" b="1">
                <a:solidFill>
                  <a:srgbClr val="087F8C"/>
                </a:solidFill>
                <a:latin typeface="Arial"/>
                <a:ea typeface="Arial"/>
                <a:cs typeface="Arial"/>
              </a:defRPr>
            </a:lvl3pPr>
            <a:lvl4pPr>
              <a:defRPr sz="2550" b="1">
                <a:solidFill>
                  <a:srgbClr val="087F8C"/>
                </a:solidFill>
                <a:latin typeface="Arial"/>
                <a:ea typeface="Arial"/>
                <a:cs typeface="Arial"/>
              </a:defRPr>
            </a:lvl4pPr>
            <a:lvl5pPr>
              <a:defRPr sz="2550" b="1">
                <a:solidFill>
                  <a:srgbClr val="087F8C"/>
                </a:solidFill>
                <a:latin typeface="Arial"/>
                <a:ea typeface="Arial"/>
                <a:cs typeface="Arial"/>
              </a:defRPr>
            </a:lvl5pPr>
            <a:lvl6pPr>
              <a:defRPr sz="2550" b="1">
                <a:solidFill>
                  <a:srgbClr val="087F8C"/>
                </a:solidFill>
                <a:latin typeface="Arial"/>
                <a:ea typeface="Arial"/>
                <a:cs typeface="Arial"/>
              </a:defRPr>
            </a:lvl6pPr>
            <a:lvl7pPr>
              <a:defRPr sz="2550" b="1">
                <a:solidFill>
                  <a:srgbClr val="087F8C"/>
                </a:solidFill>
                <a:latin typeface="Arial"/>
                <a:ea typeface="Arial"/>
                <a:cs typeface="Arial"/>
              </a:defRPr>
            </a:lvl7pPr>
            <a:lvl8pPr>
              <a:defRPr sz="2550" b="1">
                <a:solidFill>
                  <a:srgbClr val="087F8C"/>
                </a:solidFill>
                <a:latin typeface="Arial"/>
                <a:ea typeface="Arial"/>
                <a:cs typeface="Arial"/>
              </a:defRPr>
            </a:lvl8pPr>
            <a:lvl9pPr>
              <a:defRPr sz="2550" b="1">
                <a:solidFill>
                  <a:srgbClr val="087F8C"/>
                </a:solidFill>
                <a:latin typeface="Arial"/>
                <a:ea typeface="Arial"/>
                <a:cs typeface="Arial"/>
              </a:defRPr>
            </a:lvl9pPr>
          </a:lstStyle>
          <a:p xmlns:a="http://schemas.openxmlformats.org/drawingml/2006/main">
            <a:pPr>
              <a:defRPr sz="2550" b="1">
                <a:solidFill>
                  <a:srgbClr val="087F8C"/>
                </a:solidFill>
                <a:latin typeface="Arial"/>
                <a:ea typeface="Arial"/>
                <a:cs typeface="Arial"/>
              </a:defRPr>
            </a:pPr>
            <a:r>
              <a:rPr sz="2550" b="1">
                <a:solidFill>
                  <a:srgbClr val="087F8C"/>
                </a:solidFill>
                <a:latin typeface="Arial"/>
                <a:ea typeface="Arial"/>
                <a:cs typeface="Arial"/>
              </a:rPr>
              <a:t>96.64%</a:t>
            </a:r>
          </a:p>
        </p:txBody>
      </p:sp>
      <p:sp>
        <p:nvSpPr>
          <p:cNvPr id="8" name="">
            <a:extLst xmlns:a="http://schemas.openxmlformats.org/drawingml/2006/main">
              <a:ext uri="{FF2B5EF4-FFF2-40B4-BE49-F238E27FC236}">
                <a16:creationId xmlns:a16="http://schemas.microsoft.com/office/drawing/2014/main" id="{5F134D87-B2BF-4C05-A38D-3CB1CD151ED7}"/>
              </a:ext>
            </a:extLst>
          </p:cNvPr>
          <p:cNvSpPr>
            <a:spLocks xmlns:a="http://schemas.openxmlformats.org/drawingml/2006/main" noGrp="1"/>
          </p:cNvSpPr>
          <p:nvPr/>
        </p:nvSpPr>
        <p:spPr>
          <a:xfrm xmlns:a="http://schemas.openxmlformats.org/drawingml/2006/main">
            <a:off x="8001000" y="3333750"/>
            <a:ext cx="285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4C6070"/>
                </a:solidFill>
                <a:latin typeface="Arial"/>
                <a:ea typeface="Arial"/>
                <a:cs typeface="Arial"/>
              </a:defRPr>
            </a:defPPr>
            <a:lvl1pPr>
              <a:defRPr sz="1650" b="0">
                <a:solidFill>
                  <a:srgbClr val="4C6070"/>
                </a:solidFill>
                <a:latin typeface="Arial"/>
                <a:ea typeface="Arial"/>
                <a:cs typeface="Arial"/>
              </a:defRPr>
            </a:lvl1pPr>
            <a:lvl2pPr>
              <a:defRPr sz="1650" b="0">
                <a:solidFill>
                  <a:srgbClr val="4C6070"/>
                </a:solidFill>
                <a:latin typeface="Arial"/>
                <a:ea typeface="Arial"/>
                <a:cs typeface="Arial"/>
              </a:defRPr>
            </a:lvl2pPr>
            <a:lvl3pPr>
              <a:defRPr sz="1650" b="0">
                <a:solidFill>
                  <a:srgbClr val="4C6070"/>
                </a:solidFill>
                <a:latin typeface="Arial"/>
                <a:ea typeface="Arial"/>
                <a:cs typeface="Arial"/>
              </a:defRPr>
            </a:lvl3pPr>
            <a:lvl4pPr>
              <a:defRPr sz="1650" b="0">
                <a:solidFill>
                  <a:srgbClr val="4C6070"/>
                </a:solidFill>
                <a:latin typeface="Arial"/>
                <a:ea typeface="Arial"/>
                <a:cs typeface="Arial"/>
              </a:defRPr>
            </a:lvl4pPr>
            <a:lvl5pPr>
              <a:defRPr sz="1650" b="0">
                <a:solidFill>
                  <a:srgbClr val="4C6070"/>
                </a:solidFill>
                <a:latin typeface="Arial"/>
                <a:ea typeface="Arial"/>
                <a:cs typeface="Arial"/>
              </a:defRPr>
            </a:lvl5pPr>
            <a:lvl6pPr>
              <a:defRPr sz="1650" b="0">
                <a:solidFill>
                  <a:srgbClr val="4C6070"/>
                </a:solidFill>
                <a:latin typeface="Arial"/>
                <a:ea typeface="Arial"/>
                <a:cs typeface="Arial"/>
              </a:defRPr>
            </a:lvl6pPr>
            <a:lvl7pPr>
              <a:defRPr sz="1650" b="0">
                <a:solidFill>
                  <a:srgbClr val="4C6070"/>
                </a:solidFill>
                <a:latin typeface="Arial"/>
                <a:ea typeface="Arial"/>
                <a:cs typeface="Arial"/>
              </a:defRPr>
            </a:lvl7pPr>
            <a:lvl8pPr>
              <a:defRPr sz="1650" b="0">
                <a:solidFill>
                  <a:srgbClr val="4C6070"/>
                </a:solidFill>
                <a:latin typeface="Arial"/>
                <a:ea typeface="Arial"/>
                <a:cs typeface="Arial"/>
              </a:defRPr>
            </a:lvl8pPr>
            <a:lvl9pPr>
              <a:defRPr sz="1650" b="0">
                <a:solidFill>
                  <a:srgbClr val="4C6070"/>
                </a:solidFill>
                <a:latin typeface="Arial"/>
                <a:ea typeface="Arial"/>
                <a:cs typeface="Arial"/>
              </a:defRPr>
            </a:lvl9pPr>
          </a:lstStyle>
          <a:p xmlns:a="http://schemas.openxmlformats.org/drawingml/2006/main">
            <a:pPr>
              <a:defRPr sz="1650" b="0">
                <a:solidFill>
                  <a:srgbClr val="4C6070"/>
                </a:solidFill>
                <a:latin typeface="Arial"/>
                <a:ea typeface="Arial"/>
                <a:cs typeface="Arial"/>
              </a:defRPr>
            </a:pPr>
            <a:r>
              <a:rPr sz="1650" b="0">
                <a:solidFill>
                  <a:srgbClr val="4C6070"/>
                </a:solidFill>
                <a:latin typeface="Arial"/>
                <a:ea typeface="Arial"/>
                <a:cs typeface="Arial"/>
              </a:rPr>
              <a:t>Next step</a:t>
            </a:r>
          </a:p>
        </p:txBody>
      </p:sp>
      <p:sp>
        <p:nvSpPr>
          <p:cNvPr id="9" name="">
            <a:extLst xmlns:a="http://schemas.openxmlformats.org/drawingml/2006/main">
              <a:ext uri="{FF2B5EF4-FFF2-40B4-BE49-F238E27FC236}">
                <a16:creationId xmlns:a16="http://schemas.microsoft.com/office/drawing/2014/main" id="{C2EAE7F3-E116-405F-B7B7-AA14798D7A10}"/>
              </a:ext>
            </a:extLst>
          </p:cNvPr>
          <p:cNvSpPr>
            <a:spLocks xmlns:a="http://schemas.openxmlformats.org/drawingml/2006/main" noGrp="1"/>
          </p:cNvSpPr>
          <p:nvPr/>
        </p:nvSpPr>
        <p:spPr>
          <a:xfrm xmlns:a="http://schemas.openxmlformats.org/drawingml/2006/main">
            <a:off x="8001000" y="3781425"/>
            <a:ext cx="3143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132B40"/>
                </a:solidFill>
                <a:latin typeface="Arial"/>
                <a:ea typeface="Arial"/>
                <a:cs typeface="Arial"/>
              </a:defRPr>
            </a:defPPr>
            <a:lvl1pPr>
              <a:defRPr sz="1875" b="1">
                <a:solidFill>
                  <a:srgbClr val="132B40"/>
                </a:solidFill>
                <a:latin typeface="Arial"/>
                <a:ea typeface="Arial"/>
                <a:cs typeface="Arial"/>
              </a:defRPr>
            </a:lvl1pPr>
            <a:lvl2pPr>
              <a:defRPr sz="1875" b="1">
                <a:solidFill>
                  <a:srgbClr val="132B40"/>
                </a:solidFill>
                <a:latin typeface="Arial"/>
                <a:ea typeface="Arial"/>
                <a:cs typeface="Arial"/>
              </a:defRPr>
            </a:lvl2pPr>
            <a:lvl3pPr>
              <a:defRPr sz="1875" b="1">
                <a:solidFill>
                  <a:srgbClr val="132B40"/>
                </a:solidFill>
                <a:latin typeface="Arial"/>
                <a:ea typeface="Arial"/>
                <a:cs typeface="Arial"/>
              </a:defRPr>
            </a:lvl3pPr>
            <a:lvl4pPr>
              <a:defRPr sz="1875" b="1">
                <a:solidFill>
                  <a:srgbClr val="132B40"/>
                </a:solidFill>
                <a:latin typeface="Arial"/>
                <a:ea typeface="Arial"/>
                <a:cs typeface="Arial"/>
              </a:defRPr>
            </a:lvl4pPr>
            <a:lvl5pPr>
              <a:defRPr sz="1875" b="1">
                <a:solidFill>
                  <a:srgbClr val="132B40"/>
                </a:solidFill>
                <a:latin typeface="Arial"/>
                <a:ea typeface="Arial"/>
                <a:cs typeface="Arial"/>
              </a:defRPr>
            </a:lvl5pPr>
            <a:lvl6pPr>
              <a:defRPr sz="1875" b="1">
                <a:solidFill>
                  <a:srgbClr val="132B40"/>
                </a:solidFill>
                <a:latin typeface="Arial"/>
                <a:ea typeface="Arial"/>
                <a:cs typeface="Arial"/>
              </a:defRPr>
            </a:lvl6pPr>
            <a:lvl7pPr>
              <a:defRPr sz="1875" b="1">
                <a:solidFill>
                  <a:srgbClr val="132B40"/>
                </a:solidFill>
                <a:latin typeface="Arial"/>
                <a:ea typeface="Arial"/>
                <a:cs typeface="Arial"/>
              </a:defRPr>
            </a:lvl7pPr>
            <a:lvl8pPr>
              <a:defRPr sz="1875" b="1">
                <a:solidFill>
                  <a:srgbClr val="132B40"/>
                </a:solidFill>
                <a:latin typeface="Arial"/>
                <a:ea typeface="Arial"/>
                <a:cs typeface="Arial"/>
              </a:defRPr>
            </a:lvl8pPr>
            <a:lvl9pPr>
              <a:defRPr sz="1875" b="1">
                <a:solidFill>
                  <a:srgbClr val="132B40"/>
                </a:solidFill>
                <a:latin typeface="Arial"/>
                <a:ea typeface="Arial"/>
                <a:cs typeface="Arial"/>
              </a:defRPr>
            </a:lvl9pPr>
          </a:lstStyle>
          <a:p xmlns:a="http://schemas.openxmlformats.org/drawingml/2006/main">
            <a:pPr>
              <a:defRPr sz="1875" b="1">
                <a:solidFill>
                  <a:srgbClr val="132B40"/>
                </a:solidFill>
                <a:latin typeface="Arial"/>
                <a:ea typeface="Arial"/>
                <a:cs typeface="Arial"/>
              </a:defRPr>
            </a:pPr>
            <a:r>
              <a:rPr sz="1875" b="1">
                <a:solidFill>
                  <a:srgbClr val="132B40"/>
                </a:solidFill>
                <a:latin typeface="Arial"/>
                <a:ea typeface="Arial"/>
                <a:cs typeface="Arial"/>
              </a:rPr>
              <a:t>Verified patient splits</a:t>
            </a:r>
          </a:p>
          <a:p xmlns:a="http://schemas.openxmlformats.org/drawingml/2006/main">
            <a:pPr>
              <a:defRPr sz="1875" b="1">
                <a:solidFill>
                  <a:srgbClr val="132B40"/>
                </a:solidFill>
                <a:latin typeface="Arial"/>
                <a:ea typeface="Arial"/>
                <a:cs typeface="Arial"/>
              </a:defRPr>
            </a:pPr>
            <a:r>
              <a:rPr sz="1875" b="1">
                <a:solidFill>
                  <a:srgbClr val="132B40"/>
                </a:solidFill>
                <a:latin typeface="Arial"/>
                <a:ea typeface="Arial"/>
                <a:cs typeface="Arial"/>
              </a:rPr>
              <a:t>and external validation</a:t>
            </a:r>
          </a:p>
        </p:txBody>
      </p:sp>
      <p:sp>
        <p:nvSpPr>
          <p:cNvPr id="10" name="">
            <a:extLst xmlns:a="http://schemas.openxmlformats.org/drawingml/2006/main">
              <a:ext uri="{FF2B5EF4-FFF2-40B4-BE49-F238E27FC236}">
                <a16:creationId xmlns:a16="http://schemas.microsoft.com/office/drawing/2014/main" id="{1F95A907-E105-492C-8E6C-921F0EE91FF8}"/>
              </a:ext>
            </a:extLst>
          </p:cNvPr>
          <p:cNvSpPr>
            <a:spLocks xmlns:a="http://schemas.openxmlformats.org/drawingml/2006/main" noGrp="1"/>
          </p:cNvSpPr>
          <p:nvPr/>
        </p:nvSpPr>
        <p:spPr>
          <a:xfrm xmlns:a="http://schemas.openxmlformats.org/drawingml/2006/main">
            <a:off x="685800" y="5381625"/>
            <a:ext cx="4286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087F8C"/>
                </a:solidFill>
                <a:latin typeface="Arial"/>
                <a:ea typeface="Arial"/>
                <a:cs typeface="Arial"/>
              </a:defRPr>
            </a:defPPr>
            <a:lvl1pPr>
              <a:defRPr sz="2400" b="1">
                <a:solidFill>
                  <a:srgbClr val="087F8C"/>
                </a:solidFill>
                <a:latin typeface="Arial"/>
                <a:ea typeface="Arial"/>
                <a:cs typeface="Arial"/>
              </a:defRPr>
            </a:lvl1pPr>
            <a:lvl2pPr>
              <a:defRPr sz="2400" b="1">
                <a:solidFill>
                  <a:srgbClr val="087F8C"/>
                </a:solidFill>
                <a:latin typeface="Arial"/>
                <a:ea typeface="Arial"/>
                <a:cs typeface="Arial"/>
              </a:defRPr>
            </a:lvl2pPr>
            <a:lvl3pPr>
              <a:defRPr sz="2400" b="1">
                <a:solidFill>
                  <a:srgbClr val="087F8C"/>
                </a:solidFill>
                <a:latin typeface="Arial"/>
                <a:ea typeface="Arial"/>
                <a:cs typeface="Arial"/>
              </a:defRPr>
            </a:lvl3pPr>
            <a:lvl4pPr>
              <a:defRPr sz="2400" b="1">
                <a:solidFill>
                  <a:srgbClr val="087F8C"/>
                </a:solidFill>
                <a:latin typeface="Arial"/>
                <a:ea typeface="Arial"/>
                <a:cs typeface="Arial"/>
              </a:defRPr>
            </a:lvl4pPr>
            <a:lvl5pPr>
              <a:defRPr sz="2400" b="1">
                <a:solidFill>
                  <a:srgbClr val="087F8C"/>
                </a:solidFill>
                <a:latin typeface="Arial"/>
                <a:ea typeface="Arial"/>
                <a:cs typeface="Arial"/>
              </a:defRPr>
            </a:lvl5pPr>
            <a:lvl6pPr>
              <a:defRPr sz="2400" b="1">
                <a:solidFill>
                  <a:srgbClr val="087F8C"/>
                </a:solidFill>
                <a:latin typeface="Arial"/>
                <a:ea typeface="Arial"/>
                <a:cs typeface="Arial"/>
              </a:defRPr>
            </a:lvl6pPr>
            <a:lvl7pPr>
              <a:defRPr sz="2400" b="1">
                <a:solidFill>
                  <a:srgbClr val="087F8C"/>
                </a:solidFill>
                <a:latin typeface="Arial"/>
                <a:ea typeface="Arial"/>
                <a:cs typeface="Arial"/>
              </a:defRPr>
            </a:lvl7pPr>
            <a:lvl8pPr>
              <a:defRPr sz="2400" b="1">
                <a:solidFill>
                  <a:srgbClr val="087F8C"/>
                </a:solidFill>
                <a:latin typeface="Arial"/>
                <a:ea typeface="Arial"/>
                <a:cs typeface="Arial"/>
              </a:defRPr>
            </a:lvl8pPr>
            <a:lvl9pPr>
              <a:defRPr sz="2400" b="1">
                <a:solidFill>
                  <a:srgbClr val="087F8C"/>
                </a:solidFill>
                <a:latin typeface="Arial"/>
                <a:ea typeface="Arial"/>
                <a:cs typeface="Arial"/>
              </a:defRPr>
            </a:lvl9pPr>
          </a:lstStyle>
          <a:p xmlns:a="http://schemas.openxmlformats.org/drawingml/2006/main">
            <a:pPr>
              <a:defRPr sz="2400" b="1">
                <a:solidFill>
                  <a:srgbClr val="087F8C"/>
                </a:solidFill>
                <a:latin typeface="Arial"/>
                <a:ea typeface="Arial"/>
                <a:cs typeface="Arial"/>
              </a:defRPr>
            </a:pPr>
            <a:r>
              <a:rPr sz="2400" b="1">
                <a:solidFill>
                  <a:srgbClr val="087F8C"/>
                </a:solidFill>
                <a:latin typeface="Arial"/>
                <a:ea typeface="Arial"/>
                <a:cs typeface="Arial"/>
              </a:rPr>
              <a:t>Thank you</a:t>
            </a:r>
          </a:p>
        </p:txBody>
      </p:sp>
    </p:spTree>
    <p:extLst>
      <p:ext uri="{BB962C8B-B14F-4D97-AF65-F5344CB8AC3E}">
        <p14:creationId xmlns:p14="http://schemas.microsoft.com/office/powerpoint/2010/main" val="151510502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2026-10-28T18:53:29.5800000Z</dcterms:created>
  <dcterms:modified xsi:type="dcterms:W3CDTF">2026-10-28T18:53:29.5800000Z</dcterms:modified>
</coreProperties>
</file>